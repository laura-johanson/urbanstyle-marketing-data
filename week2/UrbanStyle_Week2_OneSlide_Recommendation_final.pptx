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858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URBANSTYLE MARKETING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ANDMEKVALITEEDI KOONDRAPORT  •  NÄDAL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429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Aptos"/>
              </a:rPr>
              <a:t>TEGELANE: TOOMAS KASK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393192"/>
            <a:ext cx="42519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Aptos"/>
              </a:rPr>
              <a:t>Sales: Angelina  •  Customers: Rene  •  Products: Laura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658368"/>
            <a:ext cx="2395728" cy="2103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672084"/>
            <a:ext cx="239572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⚠ PRAEGU PIIRATUD USALDUS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4155"/>
                </a:solidFill>
                <a:latin typeface="Aptos"/>
              </a:rPr>
              <a:t>PEAMISED LEIUD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3657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81328"/>
            <a:ext cx="73152" cy="20574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591056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Aptos"/>
              </a:rPr>
              <a:t>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984248"/>
            <a:ext cx="731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EF4444"/>
                </a:solidFill>
                <a:latin typeface="Aptos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11680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duplikaatset invoice_id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468880"/>
            <a:ext cx="731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EF4444"/>
                </a:solidFill>
                <a:latin typeface="Aptos"/>
              </a:rPr>
              <a:t>1 487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496312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NULL customer_id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054096"/>
            <a:ext cx="32918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Aptos"/>
              </a:rPr>
              <a:t>⚠ Kuupäevad eri formaatides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1481328"/>
            <a:ext cx="3657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0248" y="1481328"/>
            <a:ext cx="73152" cy="2057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1591056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Aptos"/>
              </a:rP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1984248"/>
            <a:ext cx="731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10B981"/>
                </a:solidFill>
                <a:latin typeface="Aptos"/>
              </a:rPr>
              <a:t>130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2011680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duplikaatset emaili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468880"/>
            <a:ext cx="731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10B981"/>
                </a:solidFill>
                <a:latin typeface="Aptos"/>
              </a:rPr>
              <a:t>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648" y="2496312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ebajärjekindlat linnanime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3054096"/>
            <a:ext cx="32918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Aptos"/>
              </a:rPr>
              <a:t>380 puuduvat emaili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5" y="1481328"/>
            <a:ext cx="3657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5" y="1481328"/>
            <a:ext cx="73152" cy="20574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1591056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A5E9"/>
                </a:solidFill>
                <a:latin typeface="Aptos"/>
              </a:rPr>
              <a:t>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1984248"/>
            <a:ext cx="731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EA5E9"/>
                </a:solidFill>
                <a:latin typeface="Aptos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2011680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duplikaatset tootenime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3054096"/>
            <a:ext cx="32918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"/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822191"/>
            <a:ext cx="3657600" cy="960120"/>
          </a:xfrm>
          <a:prstGeom prst="roundRect">
            <a:avLst/>
          </a:prstGeom>
          <a:solidFill>
            <a:srgbClr val="FEF9C3"/>
          </a:solidFill>
          <a:ln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941063"/>
            <a:ext cx="1463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854D0E"/>
                </a:solidFill>
                <a:latin typeface="Aptos"/>
              </a:rPr>
              <a:t>★ ÜLLATUS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187952"/>
            <a:ext cx="3154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8350F"/>
                </a:solidFill>
                <a:latin typeface="Aptos"/>
              </a:rPr>
              <a:t>Sales tabeli kuupäevad olid erineva formaadiga.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0248" y="3822191"/>
            <a:ext cx="7424927" cy="960120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3941063"/>
            <a:ext cx="20574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Aptos"/>
              </a:rPr>
              <a:t>SOOVITUS TOOMASELE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4187952"/>
            <a:ext cx="6903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Aptos"/>
              </a:rPr>
              <a:t>Puhasta ja standardiseeri andmed enne äriotsuseid. Kontrolli kuupäevad, linnanimed, duplikaadid ja puuduvad väärtused ning korda kvaliteedikontrolli.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010912"/>
            <a:ext cx="7269480" cy="1216152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138928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Aptos"/>
              </a:rPr>
              <a:t>MIDA VÕIB PRAEGU TEHA?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5413248"/>
            <a:ext cx="6629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tos"/>
              </a:rPr>
              <a:t>✓ Kontrollida andmekvaliteeti ja leida vigu
✓ Valmistada andmed puhastamiseks
✕ Mitte teha veel täielikult usaldusväärseid äriotsuseid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73568" y="5010912"/>
            <a:ext cx="3721608" cy="1216152"/>
          </a:xfrm>
          <a:prstGeom prst="roundRect">
            <a:avLst/>
          </a:prstGeom>
          <a:solidFill>
            <a:srgbClr val="FAF5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1312" y="5138928"/>
            <a:ext cx="3154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Aptos"/>
              </a:rPr>
              <a:t>PUUDUVAD ANDMED / ÕPPIMISKOHT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5413248"/>
            <a:ext cx="320040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Erineva formaadiga kuupäevade scripti käivitamine oli ebaselge. Lahendamisel aitas ChatGPT.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651967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JÄRGMINE SAMM  →  STANDARDISEERI  •  PUHASTA  •  KONTROLLI UUESTI  •  SIIS ANALÜÜSI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1416" y="2880360"/>
            <a:ext cx="3246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ptos"/>
              </a:rPr>
              <a:t>• linnanimed vajavad standardiseerimist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