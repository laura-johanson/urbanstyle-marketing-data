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fdb59c4e0c424c" /><Relationship Type="http://schemas.openxmlformats.org/officeDocument/2006/relationships/extended-properties" Target="/docProps/app.xml" Id="R8087f1dec1ed489b" /><Relationship Type="http://schemas.openxmlformats.org/officeDocument/2006/relationships/officeDocument" Target="/ppt/presentation.xml" Id="R9076997e66f44b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b5648d012478f"/>
  </p:sldMasterIdLst>
  <p:notesMasterIdLst>
    <p:notesMasterId xmlns:r="http://schemas.openxmlformats.org/officeDocument/2006/relationships" r:id="R751c946d2e2a44b4"/>
  </p:notesMasterIdLst>
  <p:sldIdLst>
    <p:sldId xmlns:r="http://schemas.openxmlformats.org/officeDocument/2006/relationships" id="256" r:id="R0bdb7377c6f14b9f"/>
    <p:sldId xmlns:r="http://schemas.openxmlformats.org/officeDocument/2006/relationships" id="257" r:id="R6239abf8c27c43bd"/>
    <p:sldId xmlns:r="http://schemas.openxmlformats.org/officeDocument/2006/relationships" id="258" r:id="R09dd90a86c314dca"/>
    <p:sldId xmlns:r="http://schemas.openxmlformats.org/officeDocument/2006/relationships" id="259" r:id="Ra40492af01e04b4e"/>
    <p:sldId xmlns:r="http://schemas.openxmlformats.org/officeDocument/2006/relationships" id="260" r:id="Rf90f872b9c49438d"/>
    <p:sldId xmlns:r="http://schemas.openxmlformats.org/officeDocument/2006/relationships" id="261" r:id="Ra1b2e0793f8b45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6512bda1424de9" /><Relationship Type="http://schemas.openxmlformats.org/officeDocument/2006/relationships/slideMaster" Target="/ppt/slideMasters/slideMaster1.xml" Id="Rc9eb5648d012478f" /><Relationship Type="http://schemas.openxmlformats.org/officeDocument/2006/relationships/notesMaster" Target="/ppt/notesMasters/notesMaster1.xml" Id="R751c946d2e2a44b4" /><Relationship Type="http://schemas.openxmlformats.org/officeDocument/2006/relationships/presProps" Target="/ppt/presProps.xml" Id="R0187d73aabb44d97" /><Relationship Type="http://schemas.openxmlformats.org/officeDocument/2006/relationships/tableStyles" Target="/ppt/tableStyles.xml" Id="R51fc83952daa47f3" /><Relationship Type="http://schemas.openxmlformats.org/officeDocument/2006/relationships/slide" Target="/ppt/slides/slide1.xml" Id="R0bdb7377c6f14b9f" /><Relationship Type="http://schemas.openxmlformats.org/officeDocument/2006/relationships/slide" Target="/ppt/slides/slide2.xml" Id="R6239abf8c27c43bd" /><Relationship Type="http://schemas.openxmlformats.org/officeDocument/2006/relationships/slide" Target="/ppt/slides/slide3.xml" Id="R09dd90a86c314dca" /><Relationship Type="http://schemas.openxmlformats.org/officeDocument/2006/relationships/slide" Target="/ppt/slides/slide4.xml" Id="Ra40492af01e04b4e" /><Relationship Type="http://schemas.openxmlformats.org/officeDocument/2006/relationships/slide" Target="/ppt/slides/slide5.xml" Id="Rf90f872b9c49438d" /><Relationship Type="http://schemas.openxmlformats.org/officeDocument/2006/relationships/slide" Target="/ppt/slides/slide6.xml" Id="Ra1b2e0793f8b45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ee5528e9f84f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40a898bc7e4fc6" /><Relationship Type="http://schemas.openxmlformats.org/officeDocument/2006/relationships/notesMaster" Target="/ppt/notesMasters/notesMaster1.xml" Id="R7bb67eca76d445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1066fa20f24a97" /><Relationship Type="http://schemas.openxmlformats.org/officeDocument/2006/relationships/notesMaster" Target="/ppt/notesMasters/notesMaster1.xml" Id="R0e488099c7454b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7eb35bb6684213" /><Relationship Type="http://schemas.openxmlformats.org/officeDocument/2006/relationships/notesMaster" Target="/ppt/notesMasters/notesMaster1.xml" Id="R498c83be1c8b48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f18222c1844d38" /><Relationship Type="http://schemas.openxmlformats.org/officeDocument/2006/relationships/notesMaster" Target="/ppt/notesMasters/notesMaster1.xml" Id="R2e7c1d10d94f4e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5dbb736f4941fe" /><Relationship Type="http://schemas.openxmlformats.org/officeDocument/2006/relationships/notesMaster" Target="/ppt/notesMasters/notesMaster1.xml" Id="R20d26673f4a446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cc71759cbb4ab3" /><Relationship Type="http://schemas.openxmlformats.org/officeDocument/2006/relationships/notesMaster" Target="/ppt/notesMasters/notesMaster1.xml" Id="R83dbc0f400dc47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2711bc71540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25ebea5c94f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c2b88910c4b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cb89bb3ff43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294cb0f7041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16b7c1f0844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22EF2D-C670-4929-ADAE-7B20748B3C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1ADCC4-01B8-4F18-8C50-1BCACC43B9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8A2E08-2127-4CB8-9AFF-16EA85D9A4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C8A9C1-B61E-4EB1-BCD4-3B87F6703A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31AA16-82D8-4AAC-BEC3-7311C7A86A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1BDB9A0-D241-4D35-94C6-3D61F45EC4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CE5E40-D897-4768-9521-6D22B271CD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A67790-D100-46CD-91E6-6FAE4D5B31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E5F91B-6AAC-42C3-9A02-E850DDF203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96319A-8D6F-4EA0-B955-44AE39549A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3e18ea40754d59" /><Relationship Type="http://schemas.openxmlformats.org/officeDocument/2006/relationships/slideLayout" Target="/ppt/slideLayouts/slideLayout1.xml" Id="R7f30f1211f5c4acf" /><Relationship Type="http://schemas.openxmlformats.org/officeDocument/2006/relationships/slideLayout" Target="/ppt/slideLayouts/slideLayout2.xml" Id="R92ebac701edf4c5f" /><Relationship Type="http://schemas.openxmlformats.org/officeDocument/2006/relationships/slideLayout" Target="/ppt/slideLayouts/slideLayout3.xml" Id="Rcba624c174554a06" /><Relationship Type="http://schemas.openxmlformats.org/officeDocument/2006/relationships/slideLayout" Target="/ppt/slideLayouts/slideLayout4.xml" Id="Re9f556eaca2b4482" /><Relationship Type="http://schemas.openxmlformats.org/officeDocument/2006/relationships/slideLayout" Target="/ppt/slideLayouts/slideLayout5.xml" Id="R09cbcb0427d742cf" /><Relationship Type="http://schemas.openxmlformats.org/officeDocument/2006/relationships/slideLayout" Target="/ppt/slideLayouts/slideLayout6.xml" Id="R190d3c133d4a49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30f1211f5c4acf"/>
    <p:sldLayoutId xmlns:r="http://schemas.openxmlformats.org/officeDocument/2006/relationships" id="2147483650" r:id="R92ebac701edf4c5f"/>
    <p:sldLayoutId xmlns:r="http://schemas.openxmlformats.org/officeDocument/2006/relationships" id="2147483651" r:id="Rcba624c174554a06"/>
    <p:sldLayoutId xmlns:r="http://schemas.openxmlformats.org/officeDocument/2006/relationships" id="2147483652" r:id="Re9f556eaca2b4482"/>
    <p:sldLayoutId xmlns:r="http://schemas.openxmlformats.org/officeDocument/2006/relationships" id="2147483653" r:id="R09cbcb0427d742cf"/>
    <p:sldLayoutId xmlns:r="http://schemas.openxmlformats.org/officeDocument/2006/relationships" id="2147483654" r:id="R190d3c133d4a49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70d821dd584d1b" /><Relationship Type="http://schemas.openxmlformats.org/officeDocument/2006/relationships/image" Target="/ppt/media/image.png" Id="R4667b2119c314535" /><Relationship Type="http://schemas.openxmlformats.org/officeDocument/2006/relationships/notesSlide" Target="/ppt/notesSlides/notesSlide1.xml" Id="R41f45ea39b894e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9f507662f34866" /><Relationship Type="http://schemas.openxmlformats.org/officeDocument/2006/relationships/chart" Target="/ppt/slides/charts/chart1.xml" Id="R84109378b56c48e6" /><Relationship Type="http://schemas.openxmlformats.org/officeDocument/2006/relationships/notesSlide" Target="/ppt/notesSlides/notesSlide2.xml" Id="Ra0c9dad6286049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b07d652034214" /><Relationship Type="http://schemas.openxmlformats.org/officeDocument/2006/relationships/image" Target="/ppt/media/image2.png" Id="R69a74b73301b4573" /><Relationship Type="http://schemas.openxmlformats.org/officeDocument/2006/relationships/notesSlide" Target="/ppt/notesSlides/notesSlide3.xml" Id="R1794e320a0a340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16393b5e0e4357" /><Relationship Type="http://schemas.openxmlformats.org/officeDocument/2006/relationships/image" Target="/ppt/media/image3.png" Id="R29b6fd986fde4b68" /><Relationship Type="http://schemas.openxmlformats.org/officeDocument/2006/relationships/notesSlide" Target="/ppt/notesSlides/notesSlide4.xml" Id="R2c64794b3aab45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7ee5443a2456f" /><Relationship Type="http://schemas.openxmlformats.org/officeDocument/2006/relationships/notesSlide" Target="/ppt/notesSlides/notesSlide5.xml" Id="Ra6d202097e7e41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d3e1c5440e4102" /><Relationship Type="http://schemas.openxmlformats.org/officeDocument/2006/relationships/notesSlide" Target="/ppt/notesSlides/notesSlide6.xml" Id="Rd055d6fd9003499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Kliendid</c:v>
          </c:tx>
          <c:dPt>
            <c:idx val="0"/>
            <c:spPr>
              <a:solidFill xmlns:a="http://schemas.openxmlformats.org/drawingml/2006/main">
                <a:srgbClr val="009F95"/>
              </a:solidFill>
            </c:spPr>
          </c:dPt>
          <c:dPt>
            <c:idx val="1"/>
            <c:spPr>
              <a:solidFill xmlns:a="http://schemas.openxmlformats.org/drawingml/2006/main">
                <a:srgbClr val="D5E8F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Ostnud</c:v>
                </c:pt>
                <c:pt idx="1">
                  <c:v>Ostuta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2551</c:v>
                </c:pt>
                <c:pt idx="1">
                  <c:v>599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370D4-1326-46C1-86BF-86922D68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19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76D7A"/>
                </a:solidFill>
              </a:defRPr>
            </a:defPPr>
            <a:lvl1pPr>
              <a:defRPr sz="1125" b="0">
                <a:solidFill>
                  <a:srgbClr val="576D7A"/>
                </a:solidFill>
              </a:defRPr>
            </a:lvl1pPr>
            <a:lvl2pPr>
              <a:defRPr sz="1125" b="0">
                <a:solidFill>
                  <a:srgbClr val="576D7A"/>
                </a:solidFill>
              </a:defRPr>
            </a:lvl2pPr>
            <a:lvl3pPr>
              <a:defRPr sz="1125" b="0">
                <a:solidFill>
                  <a:srgbClr val="576D7A"/>
                </a:solidFill>
              </a:defRPr>
            </a:lvl3pPr>
            <a:lvl4pPr>
              <a:defRPr sz="1125" b="0">
                <a:solidFill>
                  <a:srgbClr val="576D7A"/>
                </a:solidFill>
              </a:defRPr>
            </a:lvl4pPr>
            <a:lvl5pPr>
              <a:defRPr sz="1125" b="0">
                <a:solidFill>
                  <a:srgbClr val="576D7A"/>
                </a:solidFill>
              </a:defRPr>
            </a:lvl5pPr>
            <a:lvl6pPr>
              <a:defRPr sz="1125" b="0">
                <a:solidFill>
                  <a:srgbClr val="576D7A"/>
                </a:solidFill>
              </a:defRPr>
            </a:lvl6pPr>
            <a:lvl7pPr>
              <a:defRPr sz="1125" b="0">
                <a:solidFill>
                  <a:srgbClr val="576D7A"/>
                </a:solidFill>
              </a:defRPr>
            </a:lvl7pPr>
            <a:lvl8pPr>
              <a:defRPr sz="1125" b="0">
                <a:solidFill>
                  <a:srgbClr val="576D7A"/>
                </a:solidFill>
              </a:defRPr>
            </a:lvl8pPr>
            <a:lvl9pPr>
              <a:defRPr sz="112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76D7A"/>
                </a:solidFill>
              </a:defRPr>
            </a:pPr>
            <a:r>
              <a:rPr sz="1125" b="0">
                <a:solidFill>
                  <a:srgbClr val="576D7A"/>
                </a:solidFill>
              </a:rPr>
              <a:t>01 / 06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226B7-9ED9-45C8-B09D-36E21A0C84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7b2119c314535"/>
          <a:stretch xmlns:a="http://schemas.openxmlformats.org/drawingml/2006/main"/>
        </p:blipFill>
        <p:spPr>
          <a:xfrm xmlns:a="http://schemas.openxmlformats.org/drawingml/2006/main">
            <a:off x="6286500" y="904875"/>
            <a:ext cx="5429250" cy="5429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A2796-2EA3-4FB2-84B7-D9900B9D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400" b="1">
                <a:solidFill>
                  <a:srgbClr val="122E42"/>
                </a:solidFill>
              </a:defRPr>
            </a:defPPr>
            <a:lvl1pPr>
              <a:defRPr sz="5400" b="1">
                <a:solidFill>
                  <a:srgbClr val="122E42"/>
                </a:solidFill>
              </a:defRPr>
            </a:lvl1pPr>
            <a:lvl2pPr>
              <a:defRPr sz="5400" b="1">
                <a:solidFill>
                  <a:srgbClr val="122E42"/>
                </a:solidFill>
              </a:defRPr>
            </a:lvl2pPr>
            <a:lvl3pPr>
              <a:defRPr sz="5400" b="1">
                <a:solidFill>
                  <a:srgbClr val="122E42"/>
                </a:solidFill>
              </a:defRPr>
            </a:lvl3pPr>
            <a:lvl4pPr>
              <a:defRPr sz="5400" b="1">
                <a:solidFill>
                  <a:srgbClr val="122E42"/>
                </a:solidFill>
              </a:defRPr>
            </a:lvl4pPr>
            <a:lvl5pPr>
              <a:defRPr sz="5400" b="1">
                <a:solidFill>
                  <a:srgbClr val="122E42"/>
                </a:solidFill>
              </a:defRPr>
            </a:lvl5pPr>
            <a:lvl6pPr>
              <a:defRPr sz="5400" b="1">
                <a:solidFill>
                  <a:srgbClr val="122E42"/>
                </a:solidFill>
              </a:defRPr>
            </a:lvl6pPr>
            <a:lvl7pPr>
              <a:defRPr sz="5400" b="1">
                <a:solidFill>
                  <a:srgbClr val="122E42"/>
                </a:solidFill>
              </a:defRPr>
            </a:lvl7pPr>
            <a:lvl8pPr>
              <a:defRPr sz="5400" b="1">
                <a:solidFill>
                  <a:srgbClr val="122E42"/>
                </a:solidFill>
              </a:defRPr>
            </a:lvl8pPr>
            <a:lvl9pPr>
              <a:defRPr sz="5400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122E42"/>
                </a:solidFill>
              </a:defRPr>
            </a:pPr>
            <a:r>
              <a:rPr sz="5400" b="1">
                <a:solidFill>
                  <a:srgbClr val="122E42"/>
                </a:solidFill>
              </a:rPr>
              <a:t>UrbanStyle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0473E-CCC7-44DD-8175-8C4D3F28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52625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09F95"/>
                </a:solidFill>
              </a:defRPr>
            </a:defPPr>
            <a:lvl1pPr>
              <a:defRPr sz="3150" b="1">
                <a:solidFill>
                  <a:srgbClr val="009F95"/>
                </a:solidFill>
              </a:defRPr>
            </a:lvl1pPr>
            <a:lvl2pPr>
              <a:defRPr sz="3150" b="1">
                <a:solidFill>
                  <a:srgbClr val="009F95"/>
                </a:solidFill>
              </a:defRPr>
            </a:lvl2pPr>
            <a:lvl3pPr>
              <a:defRPr sz="3150" b="1">
                <a:solidFill>
                  <a:srgbClr val="009F95"/>
                </a:solidFill>
              </a:defRPr>
            </a:lvl3pPr>
            <a:lvl4pPr>
              <a:defRPr sz="3150" b="1">
                <a:solidFill>
                  <a:srgbClr val="009F95"/>
                </a:solidFill>
              </a:defRPr>
            </a:lvl4pPr>
            <a:lvl5pPr>
              <a:defRPr sz="3150" b="1">
                <a:solidFill>
                  <a:srgbClr val="009F95"/>
                </a:solidFill>
              </a:defRPr>
            </a:lvl5pPr>
            <a:lvl6pPr>
              <a:defRPr sz="3150" b="1">
                <a:solidFill>
                  <a:srgbClr val="009F95"/>
                </a:solidFill>
              </a:defRPr>
            </a:lvl6pPr>
            <a:lvl7pPr>
              <a:defRPr sz="3150" b="1">
                <a:solidFill>
                  <a:srgbClr val="009F95"/>
                </a:solidFill>
              </a:defRPr>
            </a:lvl7pPr>
            <a:lvl8pPr>
              <a:defRPr sz="3150" b="1">
                <a:solidFill>
                  <a:srgbClr val="009F95"/>
                </a:solidFill>
              </a:defRPr>
            </a:lvl8pPr>
            <a:lvl9pPr>
              <a:defRPr sz="3150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09F95"/>
                </a:solidFill>
              </a:defRPr>
            </a:pPr>
            <a:r>
              <a:rPr sz="3150" b="1">
                <a:solidFill>
                  <a:srgbClr val="009F95"/>
                </a:solidFill>
              </a:rPr>
              <a:t>Marketing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0C917-EA4D-482D-9D99-34B319B3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76D7A"/>
                </a:solidFill>
              </a:defRPr>
            </a:defPPr>
            <a:lvl1pPr>
              <a:defRPr sz="1950" b="0">
                <a:solidFill>
                  <a:srgbClr val="576D7A"/>
                </a:solidFill>
              </a:defRPr>
            </a:lvl1pPr>
            <a:lvl2pPr>
              <a:defRPr sz="1950" b="0">
                <a:solidFill>
                  <a:srgbClr val="576D7A"/>
                </a:solidFill>
              </a:defRPr>
            </a:lvl2pPr>
            <a:lvl3pPr>
              <a:defRPr sz="1950" b="0">
                <a:solidFill>
                  <a:srgbClr val="576D7A"/>
                </a:solidFill>
              </a:defRPr>
            </a:lvl3pPr>
            <a:lvl4pPr>
              <a:defRPr sz="1950" b="0">
                <a:solidFill>
                  <a:srgbClr val="576D7A"/>
                </a:solidFill>
              </a:defRPr>
            </a:lvl4pPr>
            <a:lvl5pPr>
              <a:defRPr sz="1950" b="0">
                <a:solidFill>
                  <a:srgbClr val="576D7A"/>
                </a:solidFill>
              </a:defRPr>
            </a:lvl5pPr>
            <a:lvl6pPr>
              <a:defRPr sz="1950" b="0">
                <a:solidFill>
                  <a:srgbClr val="576D7A"/>
                </a:solidFill>
              </a:defRPr>
            </a:lvl6pPr>
            <a:lvl7pPr>
              <a:defRPr sz="1950" b="0">
                <a:solidFill>
                  <a:srgbClr val="576D7A"/>
                </a:solidFill>
              </a:defRPr>
            </a:lvl7pPr>
            <a:lvl8pPr>
              <a:defRPr sz="1950" b="0">
                <a:solidFill>
                  <a:srgbClr val="576D7A"/>
                </a:solidFill>
              </a:defRPr>
            </a:lvl8pPr>
            <a:lvl9pPr>
              <a:defRPr sz="1950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76D7A"/>
                </a:solidFill>
              </a:defRPr>
            </a:pPr>
            <a:r>
              <a:rPr sz="1950" b="0">
                <a:solidFill>
                  <a:srgbClr val="576D7A"/>
                </a:solidFill>
              </a:rPr>
              <a:t>Andmetel põhinevad juhtimisotsused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B8527-C704-4AD7-B6E8-0EDFD1AC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76D7A"/>
                </a:solidFill>
              </a:defRPr>
            </a:defPPr>
            <a:lvl1pPr>
              <a:defRPr sz="1650" b="0">
                <a:solidFill>
                  <a:srgbClr val="576D7A"/>
                </a:solidFill>
              </a:defRPr>
            </a:lvl1pPr>
            <a:lvl2pPr>
              <a:defRPr sz="1650" b="0">
                <a:solidFill>
                  <a:srgbClr val="576D7A"/>
                </a:solidFill>
              </a:defRPr>
            </a:lvl2pPr>
            <a:lvl3pPr>
              <a:defRPr sz="1650" b="0">
                <a:solidFill>
                  <a:srgbClr val="576D7A"/>
                </a:solidFill>
              </a:defRPr>
            </a:lvl3pPr>
            <a:lvl4pPr>
              <a:defRPr sz="1650" b="0">
                <a:solidFill>
                  <a:srgbClr val="576D7A"/>
                </a:solidFill>
              </a:defRPr>
            </a:lvl4pPr>
            <a:lvl5pPr>
              <a:defRPr sz="1650" b="0">
                <a:solidFill>
                  <a:srgbClr val="576D7A"/>
                </a:solidFill>
              </a:defRPr>
            </a:lvl5pPr>
            <a:lvl6pPr>
              <a:defRPr sz="1650" b="0">
                <a:solidFill>
                  <a:srgbClr val="576D7A"/>
                </a:solidFill>
              </a:defRPr>
            </a:lvl6pPr>
            <a:lvl7pPr>
              <a:defRPr sz="1650" b="0">
                <a:solidFill>
                  <a:srgbClr val="576D7A"/>
                </a:solidFill>
              </a:defRPr>
            </a:lvl7pPr>
            <a:lvl8pPr>
              <a:defRPr sz="1650" b="0">
                <a:solidFill>
                  <a:srgbClr val="576D7A"/>
                </a:solidFill>
              </a:defRPr>
            </a:lvl8pPr>
            <a:lvl9pPr>
              <a:defRPr sz="1650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76D7A"/>
                </a:solidFill>
              </a:defRPr>
            </a:pPr>
            <a:r>
              <a:rPr sz="1650" b="0">
                <a:solidFill>
                  <a:srgbClr val="576D7A"/>
                </a:solidFill>
              </a:rPr>
              <a:t>Angelina Sivkov</a:t>
            </a:r>
          </a:p>
          <a:p xmlns:a="http://schemas.openxmlformats.org/drawingml/2006/main">
            <a:pPr>
              <a:defRPr sz="1650" b="0">
                <a:solidFill>
                  <a:srgbClr val="576D7A"/>
                </a:solidFill>
              </a:defRPr>
            </a:pPr>
            <a:r>
              <a:rPr sz="1650" b="0">
                <a:solidFill>
                  <a:srgbClr val="576D7A"/>
                </a:solidFill>
              </a:rPr>
              <a:t>Laura Johanson</a:t>
            </a:r>
          </a:p>
          <a:p xmlns:a="http://schemas.openxmlformats.org/drawingml/2006/main">
            <a:pPr>
              <a:defRPr sz="1650" b="0">
                <a:solidFill>
                  <a:srgbClr val="576D7A"/>
                </a:solidFill>
              </a:defRPr>
            </a:pPr>
            <a:r>
              <a:rPr sz="1650" b="0">
                <a:solidFill>
                  <a:srgbClr val="576D7A"/>
                </a:solidFill>
              </a:rPr>
              <a:t>Rene Bubõr</a:t>
            </a:r>
          </a:p>
        </p:txBody>
      </p:sp>
    </p:spTree>
    <p:extLst>
      <p:ext uri="{BB962C8B-B14F-4D97-AF65-F5344CB8AC3E}">
        <p14:creationId xmlns:p14="http://schemas.microsoft.com/office/powerpoint/2010/main" val="553166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1574B-20CE-4971-8759-0354E009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E42"/>
                </a:solidFill>
              </a:defRPr>
            </a:defPPr>
            <a:lvl1pPr>
              <a:defRPr sz="3150" b="1">
                <a:solidFill>
                  <a:srgbClr val="122E42"/>
                </a:solidFill>
              </a:defRPr>
            </a:lvl1pPr>
            <a:lvl2pPr>
              <a:defRPr sz="3150" b="1">
                <a:solidFill>
                  <a:srgbClr val="122E42"/>
                </a:solidFill>
              </a:defRPr>
            </a:lvl2pPr>
            <a:lvl3pPr>
              <a:defRPr sz="3150" b="1">
                <a:solidFill>
                  <a:srgbClr val="122E42"/>
                </a:solidFill>
              </a:defRPr>
            </a:lvl3pPr>
            <a:lvl4pPr>
              <a:defRPr sz="3150" b="1">
                <a:solidFill>
                  <a:srgbClr val="122E42"/>
                </a:solidFill>
              </a:defRPr>
            </a:lvl4pPr>
            <a:lvl5pPr>
              <a:defRPr sz="3150" b="1">
                <a:solidFill>
                  <a:srgbClr val="122E42"/>
                </a:solidFill>
              </a:defRPr>
            </a:lvl5pPr>
            <a:lvl6pPr>
              <a:defRPr sz="3150" b="1">
                <a:solidFill>
                  <a:srgbClr val="122E42"/>
                </a:solidFill>
              </a:defRPr>
            </a:lvl6pPr>
            <a:lvl7pPr>
              <a:defRPr sz="3150" b="1">
                <a:solidFill>
                  <a:srgbClr val="122E42"/>
                </a:solidFill>
              </a:defRPr>
            </a:lvl7pPr>
            <a:lvl8pPr>
              <a:defRPr sz="3150" b="1">
                <a:solidFill>
                  <a:srgbClr val="122E42"/>
                </a:solidFill>
              </a:defRPr>
            </a:lvl8pPr>
            <a:lvl9pPr>
              <a:defRPr sz="3150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E42"/>
                </a:solidFill>
              </a:defRPr>
            </a:pPr>
            <a:r>
              <a:rPr sz="3150" b="1">
                <a:solidFill>
                  <a:srgbClr val="122E42"/>
                </a:solidFill>
              </a:rPr>
              <a:t>Andmete ülevaade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7AE1A-F9FE-406B-B4CA-0502D163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19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76D7A"/>
                </a:solidFill>
              </a:defRPr>
            </a:defPPr>
            <a:lvl1pPr>
              <a:defRPr sz="1125" b="0">
                <a:solidFill>
                  <a:srgbClr val="576D7A"/>
                </a:solidFill>
              </a:defRPr>
            </a:lvl1pPr>
            <a:lvl2pPr>
              <a:defRPr sz="1125" b="0">
                <a:solidFill>
                  <a:srgbClr val="576D7A"/>
                </a:solidFill>
              </a:defRPr>
            </a:lvl2pPr>
            <a:lvl3pPr>
              <a:defRPr sz="1125" b="0">
                <a:solidFill>
                  <a:srgbClr val="576D7A"/>
                </a:solidFill>
              </a:defRPr>
            </a:lvl3pPr>
            <a:lvl4pPr>
              <a:defRPr sz="1125" b="0">
                <a:solidFill>
                  <a:srgbClr val="576D7A"/>
                </a:solidFill>
              </a:defRPr>
            </a:lvl4pPr>
            <a:lvl5pPr>
              <a:defRPr sz="1125" b="0">
                <a:solidFill>
                  <a:srgbClr val="576D7A"/>
                </a:solidFill>
              </a:defRPr>
            </a:lvl5pPr>
            <a:lvl6pPr>
              <a:defRPr sz="1125" b="0">
                <a:solidFill>
                  <a:srgbClr val="576D7A"/>
                </a:solidFill>
              </a:defRPr>
            </a:lvl6pPr>
            <a:lvl7pPr>
              <a:defRPr sz="1125" b="0">
                <a:solidFill>
                  <a:srgbClr val="576D7A"/>
                </a:solidFill>
              </a:defRPr>
            </a:lvl7pPr>
            <a:lvl8pPr>
              <a:defRPr sz="1125" b="0">
                <a:solidFill>
                  <a:srgbClr val="576D7A"/>
                </a:solidFill>
              </a:defRPr>
            </a:lvl8pPr>
            <a:lvl9pPr>
              <a:defRPr sz="112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76D7A"/>
                </a:solidFill>
              </a:defRPr>
            </a:pPr>
            <a:r>
              <a:rPr sz="1125" b="0">
                <a:solidFill>
                  <a:srgbClr val="576D7A"/>
                </a:solidFill>
              </a:rPr>
              <a:t>02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D7C2E-0858-448D-A650-488EB2E2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85875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009F95"/>
                </a:solidFill>
              </a:defRPr>
            </a:defPPr>
            <a:lvl1pPr>
              <a:defRPr sz="3375" b="1">
                <a:solidFill>
                  <a:srgbClr val="009F95"/>
                </a:solidFill>
              </a:defRPr>
            </a:lvl1pPr>
            <a:lvl2pPr>
              <a:defRPr sz="3375" b="1">
                <a:solidFill>
                  <a:srgbClr val="009F95"/>
                </a:solidFill>
              </a:defRPr>
            </a:lvl2pPr>
            <a:lvl3pPr>
              <a:defRPr sz="3375" b="1">
                <a:solidFill>
                  <a:srgbClr val="009F95"/>
                </a:solidFill>
              </a:defRPr>
            </a:lvl3pPr>
            <a:lvl4pPr>
              <a:defRPr sz="3375" b="1">
                <a:solidFill>
                  <a:srgbClr val="009F95"/>
                </a:solidFill>
              </a:defRPr>
            </a:lvl4pPr>
            <a:lvl5pPr>
              <a:defRPr sz="3375" b="1">
                <a:solidFill>
                  <a:srgbClr val="009F95"/>
                </a:solidFill>
              </a:defRPr>
            </a:lvl5pPr>
            <a:lvl6pPr>
              <a:defRPr sz="3375" b="1">
                <a:solidFill>
                  <a:srgbClr val="009F95"/>
                </a:solidFill>
              </a:defRPr>
            </a:lvl6pPr>
            <a:lvl7pPr>
              <a:defRPr sz="3375" b="1">
                <a:solidFill>
                  <a:srgbClr val="009F95"/>
                </a:solidFill>
              </a:defRPr>
            </a:lvl7pPr>
            <a:lvl8pPr>
              <a:defRPr sz="3375" b="1">
                <a:solidFill>
                  <a:srgbClr val="009F95"/>
                </a:solidFill>
              </a:defRPr>
            </a:lvl8pPr>
            <a:lvl9pPr>
              <a:defRPr sz="3375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09F95"/>
                </a:solidFill>
              </a:defRPr>
            </a:pPr>
            <a:r>
              <a:rPr sz="3375" b="1">
                <a:solidFill>
                  <a:srgbClr val="009F95"/>
                </a:solidFill>
              </a:rPr>
              <a:t>170 000 €+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71EA5-EAC9-4294-9CEC-148AF063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335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2E42"/>
                </a:solidFill>
              </a:defRPr>
            </a:defPPr>
            <a:lvl1pPr>
              <a:defRPr sz="1725" b="1">
                <a:solidFill>
                  <a:srgbClr val="122E42"/>
                </a:solidFill>
              </a:defRPr>
            </a:lvl1pPr>
            <a:lvl2pPr>
              <a:defRPr sz="1725" b="1">
                <a:solidFill>
                  <a:srgbClr val="122E42"/>
                </a:solidFill>
              </a:defRPr>
            </a:lvl2pPr>
            <a:lvl3pPr>
              <a:defRPr sz="1725" b="1">
                <a:solidFill>
                  <a:srgbClr val="122E42"/>
                </a:solidFill>
              </a:defRPr>
            </a:lvl3pPr>
            <a:lvl4pPr>
              <a:defRPr sz="1725" b="1">
                <a:solidFill>
                  <a:srgbClr val="122E42"/>
                </a:solidFill>
              </a:defRPr>
            </a:lvl4pPr>
            <a:lvl5pPr>
              <a:defRPr sz="1725" b="1">
                <a:solidFill>
                  <a:srgbClr val="122E42"/>
                </a:solidFill>
              </a:defRPr>
            </a:lvl5pPr>
            <a:lvl6pPr>
              <a:defRPr sz="1725" b="1">
                <a:solidFill>
                  <a:srgbClr val="122E42"/>
                </a:solidFill>
              </a:defRPr>
            </a:lvl6pPr>
            <a:lvl7pPr>
              <a:defRPr sz="1725" b="1">
                <a:solidFill>
                  <a:srgbClr val="122E42"/>
                </a:solidFill>
              </a:defRPr>
            </a:lvl7pPr>
            <a:lvl8pPr>
              <a:defRPr sz="1725" b="1">
                <a:solidFill>
                  <a:srgbClr val="122E42"/>
                </a:solidFill>
              </a:defRPr>
            </a:lvl8pPr>
            <a:lvl9pPr>
              <a:defRPr sz="1725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2E42"/>
                </a:solidFill>
              </a:defRPr>
            </a:pPr>
            <a:r>
              <a:rPr sz="1725" b="1">
                <a:solidFill>
                  <a:srgbClr val="122E42"/>
                </a:solidFill>
              </a:rPr>
              <a:t>Suurima käibega kuu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0DD9A-B436-4DF6-A537-BC92DC49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145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76D7A"/>
                </a:solidFill>
              </a:defRPr>
            </a:defPPr>
            <a:lvl1pPr>
              <a:defRPr sz="1425" b="0">
                <a:solidFill>
                  <a:srgbClr val="576D7A"/>
                </a:solidFill>
              </a:defRPr>
            </a:lvl1pPr>
            <a:lvl2pPr>
              <a:defRPr sz="1425" b="0">
                <a:solidFill>
                  <a:srgbClr val="576D7A"/>
                </a:solidFill>
              </a:defRPr>
            </a:lvl2pPr>
            <a:lvl3pPr>
              <a:defRPr sz="1425" b="0">
                <a:solidFill>
                  <a:srgbClr val="576D7A"/>
                </a:solidFill>
              </a:defRPr>
            </a:lvl3pPr>
            <a:lvl4pPr>
              <a:defRPr sz="1425" b="0">
                <a:solidFill>
                  <a:srgbClr val="576D7A"/>
                </a:solidFill>
              </a:defRPr>
            </a:lvl4pPr>
            <a:lvl5pPr>
              <a:defRPr sz="1425" b="0">
                <a:solidFill>
                  <a:srgbClr val="576D7A"/>
                </a:solidFill>
              </a:defRPr>
            </a:lvl5pPr>
            <a:lvl6pPr>
              <a:defRPr sz="1425" b="0">
                <a:solidFill>
                  <a:srgbClr val="576D7A"/>
                </a:solidFill>
              </a:defRPr>
            </a:lvl6pPr>
            <a:lvl7pPr>
              <a:defRPr sz="1425" b="0">
                <a:solidFill>
                  <a:srgbClr val="576D7A"/>
                </a:solidFill>
              </a:defRPr>
            </a:lvl7pPr>
            <a:lvl8pPr>
              <a:defRPr sz="1425" b="0">
                <a:solidFill>
                  <a:srgbClr val="576D7A"/>
                </a:solidFill>
              </a:defRPr>
            </a:lvl8pPr>
            <a:lvl9pPr>
              <a:defRPr sz="142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76D7A"/>
                </a:solidFill>
              </a:defRPr>
            </a:pPr>
            <a:r>
              <a:rPr sz="1425" b="0">
                <a:solidFill>
                  <a:srgbClr val="576D7A"/>
                </a:solidFill>
              </a:rPr>
              <a:t>Detsember 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7154B-6FCD-45CB-BF4B-9E432770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85875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009F95"/>
                </a:solidFill>
              </a:defRPr>
            </a:defPPr>
            <a:lvl1pPr>
              <a:defRPr sz="3375" b="1">
                <a:solidFill>
                  <a:srgbClr val="009F95"/>
                </a:solidFill>
              </a:defRPr>
            </a:lvl1pPr>
            <a:lvl2pPr>
              <a:defRPr sz="3375" b="1">
                <a:solidFill>
                  <a:srgbClr val="009F95"/>
                </a:solidFill>
              </a:defRPr>
            </a:lvl2pPr>
            <a:lvl3pPr>
              <a:defRPr sz="3375" b="1">
                <a:solidFill>
                  <a:srgbClr val="009F95"/>
                </a:solidFill>
              </a:defRPr>
            </a:lvl3pPr>
            <a:lvl4pPr>
              <a:defRPr sz="3375" b="1">
                <a:solidFill>
                  <a:srgbClr val="009F95"/>
                </a:solidFill>
              </a:defRPr>
            </a:lvl4pPr>
            <a:lvl5pPr>
              <a:defRPr sz="3375" b="1">
                <a:solidFill>
                  <a:srgbClr val="009F95"/>
                </a:solidFill>
              </a:defRPr>
            </a:lvl5pPr>
            <a:lvl6pPr>
              <a:defRPr sz="3375" b="1">
                <a:solidFill>
                  <a:srgbClr val="009F95"/>
                </a:solidFill>
              </a:defRPr>
            </a:lvl6pPr>
            <a:lvl7pPr>
              <a:defRPr sz="3375" b="1">
                <a:solidFill>
                  <a:srgbClr val="009F95"/>
                </a:solidFill>
              </a:defRPr>
            </a:lvl7pPr>
            <a:lvl8pPr>
              <a:defRPr sz="3375" b="1">
                <a:solidFill>
                  <a:srgbClr val="009F95"/>
                </a:solidFill>
              </a:defRPr>
            </a:lvl8pPr>
            <a:lvl9pPr>
              <a:defRPr sz="3375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09F95"/>
                </a:solidFill>
              </a:defRPr>
            </a:pPr>
            <a:r>
              <a:rPr sz="3375" b="1">
                <a:solidFill>
                  <a:srgbClr val="009F95"/>
                </a:solidFill>
              </a:rPr>
              <a:t>78 €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8BD7A-CB0E-4B9D-B31F-A6DAE48C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335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2E42"/>
                </a:solidFill>
              </a:defRPr>
            </a:defPPr>
            <a:lvl1pPr>
              <a:defRPr sz="1725" b="1">
                <a:solidFill>
                  <a:srgbClr val="122E42"/>
                </a:solidFill>
              </a:defRPr>
            </a:lvl1pPr>
            <a:lvl2pPr>
              <a:defRPr sz="1725" b="1">
                <a:solidFill>
                  <a:srgbClr val="122E42"/>
                </a:solidFill>
              </a:defRPr>
            </a:lvl2pPr>
            <a:lvl3pPr>
              <a:defRPr sz="1725" b="1">
                <a:solidFill>
                  <a:srgbClr val="122E42"/>
                </a:solidFill>
              </a:defRPr>
            </a:lvl3pPr>
            <a:lvl4pPr>
              <a:defRPr sz="1725" b="1">
                <a:solidFill>
                  <a:srgbClr val="122E42"/>
                </a:solidFill>
              </a:defRPr>
            </a:lvl4pPr>
            <a:lvl5pPr>
              <a:defRPr sz="1725" b="1">
                <a:solidFill>
                  <a:srgbClr val="122E42"/>
                </a:solidFill>
              </a:defRPr>
            </a:lvl5pPr>
            <a:lvl6pPr>
              <a:defRPr sz="1725" b="1">
                <a:solidFill>
                  <a:srgbClr val="122E42"/>
                </a:solidFill>
              </a:defRPr>
            </a:lvl6pPr>
            <a:lvl7pPr>
              <a:defRPr sz="1725" b="1">
                <a:solidFill>
                  <a:srgbClr val="122E42"/>
                </a:solidFill>
              </a:defRPr>
            </a:lvl7pPr>
            <a:lvl8pPr>
              <a:defRPr sz="1725" b="1">
                <a:solidFill>
                  <a:srgbClr val="122E42"/>
                </a:solidFill>
              </a:defRPr>
            </a:lvl8pPr>
            <a:lvl9pPr>
              <a:defRPr sz="1725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2E42"/>
                </a:solidFill>
              </a:defRPr>
            </a:pPr>
            <a:r>
              <a:rPr sz="1725" b="1">
                <a:solidFill>
                  <a:srgbClr val="122E42"/>
                </a:solidFill>
              </a:rPr>
              <a:t>Mai 2026 käive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9AE1D-0586-4818-B666-1BD47881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145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76D7A"/>
                </a:solidFill>
              </a:defRPr>
            </a:defPPr>
            <a:lvl1pPr>
              <a:defRPr sz="1425" b="0">
                <a:solidFill>
                  <a:srgbClr val="576D7A"/>
                </a:solidFill>
              </a:defRPr>
            </a:lvl1pPr>
            <a:lvl2pPr>
              <a:defRPr sz="1425" b="0">
                <a:solidFill>
                  <a:srgbClr val="576D7A"/>
                </a:solidFill>
              </a:defRPr>
            </a:lvl2pPr>
            <a:lvl3pPr>
              <a:defRPr sz="1425" b="0">
                <a:solidFill>
                  <a:srgbClr val="576D7A"/>
                </a:solidFill>
              </a:defRPr>
            </a:lvl3pPr>
            <a:lvl4pPr>
              <a:defRPr sz="1425" b="0">
                <a:solidFill>
                  <a:srgbClr val="576D7A"/>
                </a:solidFill>
              </a:defRPr>
            </a:lvl4pPr>
            <a:lvl5pPr>
              <a:defRPr sz="1425" b="0">
                <a:solidFill>
                  <a:srgbClr val="576D7A"/>
                </a:solidFill>
              </a:defRPr>
            </a:lvl5pPr>
            <a:lvl6pPr>
              <a:defRPr sz="1425" b="0">
                <a:solidFill>
                  <a:srgbClr val="576D7A"/>
                </a:solidFill>
              </a:defRPr>
            </a:lvl6pPr>
            <a:lvl7pPr>
              <a:defRPr sz="1425" b="0">
                <a:solidFill>
                  <a:srgbClr val="576D7A"/>
                </a:solidFill>
              </a:defRPr>
            </a:lvl7pPr>
            <a:lvl8pPr>
              <a:defRPr sz="1425" b="0">
                <a:solidFill>
                  <a:srgbClr val="576D7A"/>
                </a:solidFill>
              </a:defRPr>
            </a:lvl8pPr>
            <a:lvl9pPr>
              <a:defRPr sz="142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76D7A"/>
                </a:solidFill>
              </a:defRPr>
            </a:pPr>
            <a:r>
              <a:rPr sz="1425" b="0">
                <a:solidFill>
                  <a:srgbClr val="576D7A"/>
                </a:solidFill>
              </a:rPr>
              <a:t>Võimalik andmete puudulikkus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70FAC-09FB-40A8-BFCB-42660AB7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85875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009F95"/>
                </a:solidFill>
              </a:defRPr>
            </a:defPPr>
            <a:lvl1pPr>
              <a:defRPr sz="3375" b="1">
                <a:solidFill>
                  <a:srgbClr val="009F95"/>
                </a:solidFill>
              </a:defRPr>
            </a:lvl1pPr>
            <a:lvl2pPr>
              <a:defRPr sz="3375" b="1">
                <a:solidFill>
                  <a:srgbClr val="009F95"/>
                </a:solidFill>
              </a:defRPr>
            </a:lvl2pPr>
            <a:lvl3pPr>
              <a:defRPr sz="3375" b="1">
                <a:solidFill>
                  <a:srgbClr val="009F95"/>
                </a:solidFill>
              </a:defRPr>
            </a:lvl3pPr>
            <a:lvl4pPr>
              <a:defRPr sz="3375" b="1">
                <a:solidFill>
                  <a:srgbClr val="009F95"/>
                </a:solidFill>
              </a:defRPr>
            </a:lvl4pPr>
            <a:lvl5pPr>
              <a:defRPr sz="3375" b="1">
                <a:solidFill>
                  <a:srgbClr val="009F95"/>
                </a:solidFill>
              </a:defRPr>
            </a:lvl5pPr>
            <a:lvl6pPr>
              <a:defRPr sz="3375" b="1">
                <a:solidFill>
                  <a:srgbClr val="009F95"/>
                </a:solidFill>
              </a:defRPr>
            </a:lvl6pPr>
            <a:lvl7pPr>
              <a:defRPr sz="3375" b="1">
                <a:solidFill>
                  <a:srgbClr val="009F95"/>
                </a:solidFill>
              </a:defRPr>
            </a:lvl7pPr>
            <a:lvl8pPr>
              <a:defRPr sz="3375" b="1">
                <a:solidFill>
                  <a:srgbClr val="009F95"/>
                </a:solidFill>
              </a:defRPr>
            </a:lvl8pPr>
            <a:lvl9pPr>
              <a:defRPr sz="3375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09F95"/>
                </a:solidFill>
              </a:defRPr>
            </a:pPr>
            <a:r>
              <a:rPr sz="3375" b="1">
                <a:solidFill>
                  <a:srgbClr val="009F95"/>
                </a:solidFill>
              </a:rPr>
              <a:t>6 114 €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4B774-FF3B-4F23-8B5E-326E9A1A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3357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22E42"/>
                </a:solidFill>
              </a:defRPr>
            </a:defPPr>
            <a:lvl1pPr>
              <a:defRPr sz="1725" b="1">
                <a:solidFill>
                  <a:srgbClr val="122E42"/>
                </a:solidFill>
              </a:defRPr>
            </a:lvl1pPr>
            <a:lvl2pPr>
              <a:defRPr sz="1725" b="1">
                <a:solidFill>
                  <a:srgbClr val="122E42"/>
                </a:solidFill>
              </a:defRPr>
            </a:lvl2pPr>
            <a:lvl3pPr>
              <a:defRPr sz="1725" b="1">
                <a:solidFill>
                  <a:srgbClr val="122E42"/>
                </a:solidFill>
              </a:defRPr>
            </a:lvl3pPr>
            <a:lvl4pPr>
              <a:defRPr sz="1725" b="1">
                <a:solidFill>
                  <a:srgbClr val="122E42"/>
                </a:solidFill>
              </a:defRPr>
            </a:lvl4pPr>
            <a:lvl5pPr>
              <a:defRPr sz="1725" b="1">
                <a:solidFill>
                  <a:srgbClr val="122E42"/>
                </a:solidFill>
              </a:defRPr>
            </a:lvl5pPr>
            <a:lvl6pPr>
              <a:defRPr sz="1725" b="1">
                <a:solidFill>
                  <a:srgbClr val="122E42"/>
                </a:solidFill>
              </a:defRPr>
            </a:lvl6pPr>
            <a:lvl7pPr>
              <a:defRPr sz="1725" b="1">
                <a:solidFill>
                  <a:srgbClr val="122E42"/>
                </a:solidFill>
              </a:defRPr>
            </a:lvl7pPr>
            <a:lvl8pPr>
              <a:defRPr sz="1725" b="1">
                <a:solidFill>
                  <a:srgbClr val="122E42"/>
                </a:solidFill>
              </a:defRPr>
            </a:lvl8pPr>
            <a:lvl9pPr>
              <a:defRPr sz="1725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22E42"/>
                </a:solidFill>
              </a:defRPr>
            </a:pPr>
            <a:r>
              <a:rPr sz="1725" b="1">
                <a:solidFill>
                  <a:srgbClr val="122E42"/>
                </a:solidFill>
              </a:rPr>
              <a:t>VIP-kliendi keskmine käive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116BC-050B-49CD-85D9-DE652E48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145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76D7A"/>
                </a:solidFill>
              </a:defRPr>
            </a:defPPr>
            <a:lvl1pPr>
              <a:defRPr sz="1425" b="0">
                <a:solidFill>
                  <a:srgbClr val="576D7A"/>
                </a:solidFill>
              </a:defRPr>
            </a:lvl1pPr>
            <a:lvl2pPr>
              <a:defRPr sz="1425" b="0">
                <a:solidFill>
                  <a:srgbClr val="576D7A"/>
                </a:solidFill>
              </a:defRPr>
            </a:lvl2pPr>
            <a:lvl3pPr>
              <a:defRPr sz="1425" b="0">
                <a:solidFill>
                  <a:srgbClr val="576D7A"/>
                </a:solidFill>
              </a:defRPr>
            </a:lvl3pPr>
            <a:lvl4pPr>
              <a:defRPr sz="1425" b="0">
                <a:solidFill>
                  <a:srgbClr val="576D7A"/>
                </a:solidFill>
              </a:defRPr>
            </a:lvl4pPr>
            <a:lvl5pPr>
              <a:defRPr sz="1425" b="0">
                <a:solidFill>
                  <a:srgbClr val="576D7A"/>
                </a:solidFill>
              </a:defRPr>
            </a:lvl5pPr>
            <a:lvl6pPr>
              <a:defRPr sz="1425" b="0">
                <a:solidFill>
                  <a:srgbClr val="576D7A"/>
                </a:solidFill>
              </a:defRPr>
            </a:lvl6pPr>
            <a:lvl7pPr>
              <a:defRPr sz="1425" b="0">
                <a:solidFill>
                  <a:srgbClr val="576D7A"/>
                </a:solidFill>
              </a:defRPr>
            </a:lvl7pPr>
            <a:lvl8pPr>
              <a:defRPr sz="1425" b="0">
                <a:solidFill>
                  <a:srgbClr val="576D7A"/>
                </a:solidFill>
              </a:defRPr>
            </a:lvl8pPr>
            <a:lvl9pPr>
              <a:defRPr sz="142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76D7A"/>
                </a:solidFill>
              </a:defRPr>
            </a:pPr>
            <a:r>
              <a:rPr sz="1425" b="0">
                <a:solidFill>
                  <a:srgbClr val="576D7A"/>
                </a:solidFill>
              </a:rPr>
              <a:t>93 VIP-klienti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9FC25-941B-4227-B385-8241F909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2E42"/>
                </a:solidFill>
              </a:defRPr>
            </a:defPPr>
            <a:lvl1pPr>
              <a:defRPr sz="2100" b="1">
                <a:solidFill>
                  <a:srgbClr val="122E42"/>
                </a:solidFill>
              </a:defRPr>
            </a:lvl1pPr>
            <a:lvl2pPr>
              <a:defRPr sz="2100" b="1">
                <a:solidFill>
                  <a:srgbClr val="122E42"/>
                </a:solidFill>
              </a:defRPr>
            </a:lvl2pPr>
            <a:lvl3pPr>
              <a:defRPr sz="2100" b="1">
                <a:solidFill>
                  <a:srgbClr val="122E42"/>
                </a:solidFill>
              </a:defRPr>
            </a:lvl3pPr>
            <a:lvl4pPr>
              <a:defRPr sz="2100" b="1">
                <a:solidFill>
                  <a:srgbClr val="122E42"/>
                </a:solidFill>
              </a:defRPr>
            </a:lvl4pPr>
            <a:lvl5pPr>
              <a:defRPr sz="2100" b="1">
                <a:solidFill>
                  <a:srgbClr val="122E42"/>
                </a:solidFill>
              </a:defRPr>
            </a:lvl5pPr>
            <a:lvl6pPr>
              <a:defRPr sz="2100" b="1">
                <a:solidFill>
                  <a:srgbClr val="122E42"/>
                </a:solidFill>
              </a:defRPr>
            </a:lvl6pPr>
            <a:lvl7pPr>
              <a:defRPr sz="2100" b="1">
                <a:solidFill>
                  <a:srgbClr val="122E42"/>
                </a:solidFill>
              </a:defRPr>
            </a:lvl7pPr>
            <a:lvl8pPr>
              <a:defRPr sz="2100" b="1">
                <a:solidFill>
                  <a:srgbClr val="122E42"/>
                </a:solidFill>
              </a:defRPr>
            </a:lvl8pPr>
            <a:lvl9pPr>
              <a:defRPr sz="2100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2E42"/>
                </a:solidFill>
              </a:defRPr>
            </a:pPr>
            <a:r>
              <a:rPr sz="2100" b="1">
                <a:solidFill>
                  <a:srgbClr val="122E42"/>
                </a:solidFill>
              </a:rPr>
              <a:t>Kliendianalüüs</a:t>
            </a:r>
          </a:p>
        </p:txBody>
      </p:sp>
      <p:graphicFrame>
        <p:nvGraphicFramePr>
          <p:cNvPr id="13" name="Chart">
            <a:extLst xmlns:a="http://schemas.openxmlformats.org/drawingml/2006/main">
              <a:ext uri="{FF2B5EF4-FFF2-40B4-BE49-F238E27FC236}">
                <a16:creationId xmlns:a16="http://schemas.microsoft.com/office/drawing/2014/main" id="{82413AEE-46F8-4AAC-8A8A-DFB12F9C1F87}"/>
              </a:ext>
            </a:extLst>
          </p:cNvPr>
          <p:cNvGraphicFramePr/>
          <p:nvPr/>
        </p:nvGraphicFramePr>
        <p:xfrm>
          <a:off xmlns:a="http://schemas.openxmlformats.org/drawingml/2006/main" x="571500" y="3495675"/>
          <a:ext xmlns:a="http://schemas.openxmlformats.org/drawingml/2006/main" cx="1695450" cy="1695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109378b56c48e6"/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1A099-75F0-4496-90B3-89962025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242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9F95"/>
                </a:solidFill>
              </a:defRPr>
            </a:defPPr>
            <a:lvl1pPr>
              <a:defRPr sz="2400" b="1">
                <a:solidFill>
                  <a:srgbClr val="009F95"/>
                </a:solidFill>
              </a:defRPr>
            </a:lvl1pPr>
            <a:lvl2pPr>
              <a:defRPr sz="2400" b="1">
                <a:solidFill>
                  <a:srgbClr val="009F95"/>
                </a:solidFill>
              </a:defRPr>
            </a:lvl2pPr>
            <a:lvl3pPr>
              <a:defRPr sz="2400" b="1">
                <a:solidFill>
                  <a:srgbClr val="009F95"/>
                </a:solidFill>
              </a:defRPr>
            </a:lvl3pPr>
            <a:lvl4pPr>
              <a:defRPr sz="2400" b="1">
                <a:solidFill>
                  <a:srgbClr val="009F95"/>
                </a:solidFill>
              </a:defRPr>
            </a:lvl4pPr>
            <a:lvl5pPr>
              <a:defRPr sz="2400" b="1">
                <a:solidFill>
                  <a:srgbClr val="009F95"/>
                </a:solidFill>
              </a:defRPr>
            </a:lvl5pPr>
            <a:lvl6pPr>
              <a:defRPr sz="2400" b="1">
                <a:solidFill>
                  <a:srgbClr val="009F95"/>
                </a:solidFill>
              </a:defRPr>
            </a:lvl6pPr>
            <a:lvl7pPr>
              <a:defRPr sz="2400" b="1">
                <a:solidFill>
                  <a:srgbClr val="009F95"/>
                </a:solidFill>
              </a:defRPr>
            </a:lvl7pPr>
            <a:lvl8pPr>
              <a:defRPr sz="2400" b="1">
                <a:solidFill>
                  <a:srgbClr val="009F95"/>
                </a:solidFill>
              </a:defRPr>
            </a:lvl8pPr>
            <a:lvl9pPr>
              <a:defRPr sz="2400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9F95"/>
                </a:solidFill>
              </a:defRPr>
            </a:pPr>
            <a:r>
              <a:rPr sz="2400" b="1">
                <a:solidFill>
                  <a:srgbClr val="009F95"/>
                </a:solidFill>
              </a:rPr>
              <a:t>2 551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F3BCA-3A36-4B1B-AAB5-9E3A2C0E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62400"/>
            <a:ext cx="1762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76D7A"/>
                </a:solidFill>
              </a:defRPr>
            </a:defPPr>
            <a:lvl1pPr>
              <a:defRPr sz="1425" b="0">
                <a:solidFill>
                  <a:srgbClr val="576D7A"/>
                </a:solidFill>
              </a:defRPr>
            </a:lvl1pPr>
            <a:lvl2pPr>
              <a:defRPr sz="1425" b="0">
                <a:solidFill>
                  <a:srgbClr val="576D7A"/>
                </a:solidFill>
              </a:defRPr>
            </a:lvl2pPr>
            <a:lvl3pPr>
              <a:defRPr sz="1425" b="0">
                <a:solidFill>
                  <a:srgbClr val="576D7A"/>
                </a:solidFill>
              </a:defRPr>
            </a:lvl3pPr>
            <a:lvl4pPr>
              <a:defRPr sz="1425" b="0">
                <a:solidFill>
                  <a:srgbClr val="576D7A"/>
                </a:solidFill>
              </a:defRPr>
            </a:lvl4pPr>
            <a:lvl5pPr>
              <a:defRPr sz="1425" b="0">
                <a:solidFill>
                  <a:srgbClr val="576D7A"/>
                </a:solidFill>
              </a:defRPr>
            </a:lvl5pPr>
            <a:lvl6pPr>
              <a:defRPr sz="1425" b="0">
                <a:solidFill>
                  <a:srgbClr val="576D7A"/>
                </a:solidFill>
              </a:defRPr>
            </a:lvl6pPr>
            <a:lvl7pPr>
              <a:defRPr sz="1425" b="0">
                <a:solidFill>
                  <a:srgbClr val="576D7A"/>
                </a:solidFill>
              </a:defRPr>
            </a:lvl7pPr>
            <a:lvl8pPr>
              <a:defRPr sz="1425" b="0">
                <a:solidFill>
                  <a:srgbClr val="576D7A"/>
                </a:solidFill>
              </a:defRPr>
            </a:lvl8pPr>
            <a:lvl9pPr>
              <a:defRPr sz="142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76D7A"/>
                </a:solidFill>
              </a:defRPr>
            </a:pPr>
            <a:r>
              <a:rPr sz="1425" b="0">
                <a:solidFill>
                  <a:srgbClr val="576D7A"/>
                </a:solidFill>
              </a:rPr>
              <a:t>klienti on ostnud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4FB88-D9A1-467C-A421-14732B74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815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22E42"/>
                </a:solidFill>
              </a:defRPr>
            </a:defPPr>
            <a:lvl1pPr>
              <a:defRPr sz="2400" b="1">
                <a:solidFill>
                  <a:srgbClr val="122E42"/>
                </a:solidFill>
              </a:defRPr>
            </a:lvl1pPr>
            <a:lvl2pPr>
              <a:defRPr sz="2400" b="1">
                <a:solidFill>
                  <a:srgbClr val="122E42"/>
                </a:solidFill>
              </a:defRPr>
            </a:lvl2pPr>
            <a:lvl3pPr>
              <a:defRPr sz="2400" b="1">
                <a:solidFill>
                  <a:srgbClr val="122E42"/>
                </a:solidFill>
              </a:defRPr>
            </a:lvl3pPr>
            <a:lvl4pPr>
              <a:defRPr sz="2400" b="1">
                <a:solidFill>
                  <a:srgbClr val="122E42"/>
                </a:solidFill>
              </a:defRPr>
            </a:lvl4pPr>
            <a:lvl5pPr>
              <a:defRPr sz="2400" b="1">
                <a:solidFill>
                  <a:srgbClr val="122E42"/>
                </a:solidFill>
              </a:defRPr>
            </a:lvl5pPr>
            <a:lvl6pPr>
              <a:defRPr sz="2400" b="1">
                <a:solidFill>
                  <a:srgbClr val="122E42"/>
                </a:solidFill>
              </a:defRPr>
            </a:lvl6pPr>
            <a:lvl7pPr>
              <a:defRPr sz="2400" b="1">
                <a:solidFill>
                  <a:srgbClr val="122E42"/>
                </a:solidFill>
              </a:defRPr>
            </a:lvl7pPr>
            <a:lvl8pPr>
              <a:defRPr sz="2400" b="1">
                <a:solidFill>
                  <a:srgbClr val="122E42"/>
                </a:solidFill>
              </a:defRPr>
            </a:lvl8pPr>
            <a:lvl9pPr>
              <a:defRPr sz="2400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22E42"/>
                </a:solidFill>
              </a:defRPr>
            </a:pPr>
            <a:r>
              <a:rPr sz="2400" b="1">
                <a:solidFill>
                  <a:srgbClr val="122E42"/>
                </a:solidFill>
              </a:rPr>
              <a:t>599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096D6-7B3B-4D0E-A742-758312AA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196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76D7A"/>
                </a:solidFill>
              </a:defRPr>
            </a:defPPr>
            <a:lvl1pPr>
              <a:defRPr sz="1425" b="0">
                <a:solidFill>
                  <a:srgbClr val="576D7A"/>
                </a:solidFill>
              </a:defRPr>
            </a:lvl1pPr>
            <a:lvl2pPr>
              <a:defRPr sz="1425" b="0">
                <a:solidFill>
                  <a:srgbClr val="576D7A"/>
                </a:solidFill>
              </a:defRPr>
            </a:lvl2pPr>
            <a:lvl3pPr>
              <a:defRPr sz="1425" b="0">
                <a:solidFill>
                  <a:srgbClr val="576D7A"/>
                </a:solidFill>
              </a:defRPr>
            </a:lvl3pPr>
            <a:lvl4pPr>
              <a:defRPr sz="1425" b="0">
                <a:solidFill>
                  <a:srgbClr val="576D7A"/>
                </a:solidFill>
              </a:defRPr>
            </a:lvl4pPr>
            <a:lvl5pPr>
              <a:defRPr sz="1425" b="0">
                <a:solidFill>
                  <a:srgbClr val="576D7A"/>
                </a:solidFill>
              </a:defRPr>
            </a:lvl5pPr>
            <a:lvl6pPr>
              <a:defRPr sz="1425" b="0">
                <a:solidFill>
                  <a:srgbClr val="576D7A"/>
                </a:solidFill>
              </a:defRPr>
            </a:lvl6pPr>
            <a:lvl7pPr>
              <a:defRPr sz="1425" b="0">
                <a:solidFill>
                  <a:srgbClr val="576D7A"/>
                </a:solidFill>
              </a:defRPr>
            </a:lvl7pPr>
            <a:lvl8pPr>
              <a:defRPr sz="1425" b="0">
                <a:solidFill>
                  <a:srgbClr val="576D7A"/>
                </a:solidFill>
              </a:defRPr>
            </a:lvl8pPr>
            <a:lvl9pPr>
              <a:defRPr sz="142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76D7A"/>
                </a:solidFill>
              </a:defRPr>
            </a:pPr>
            <a:r>
              <a:rPr sz="1425" b="0">
                <a:solidFill>
                  <a:srgbClr val="576D7A"/>
                </a:solidFill>
              </a:rPr>
              <a:t>pole kunagi ostnud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7854C-E81E-4843-88BF-05506149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352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2E42"/>
                </a:solidFill>
              </a:defRPr>
            </a:defPPr>
            <a:lvl1pPr>
              <a:defRPr sz="1500" b="1">
                <a:solidFill>
                  <a:srgbClr val="122E42"/>
                </a:solidFill>
              </a:defRPr>
            </a:lvl1pPr>
            <a:lvl2pPr>
              <a:defRPr sz="1500" b="1">
                <a:solidFill>
                  <a:srgbClr val="122E42"/>
                </a:solidFill>
              </a:defRPr>
            </a:lvl2pPr>
            <a:lvl3pPr>
              <a:defRPr sz="1500" b="1">
                <a:solidFill>
                  <a:srgbClr val="122E42"/>
                </a:solidFill>
              </a:defRPr>
            </a:lvl3pPr>
            <a:lvl4pPr>
              <a:defRPr sz="1500" b="1">
                <a:solidFill>
                  <a:srgbClr val="122E42"/>
                </a:solidFill>
              </a:defRPr>
            </a:lvl4pPr>
            <a:lvl5pPr>
              <a:defRPr sz="1500" b="1">
                <a:solidFill>
                  <a:srgbClr val="122E42"/>
                </a:solidFill>
              </a:defRPr>
            </a:lvl5pPr>
            <a:lvl6pPr>
              <a:defRPr sz="1500" b="1">
                <a:solidFill>
                  <a:srgbClr val="122E42"/>
                </a:solidFill>
              </a:defRPr>
            </a:lvl6pPr>
            <a:lvl7pPr>
              <a:defRPr sz="1500" b="1">
                <a:solidFill>
                  <a:srgbClr val="122E42"/>
                </a:solidFill>
              </a:defRPr>
            </a:lvl7pPr>
            <a:lvl8pPr>
              <a:defRPr sz="1500" b="1">
                <a:solidFill>
                  <a:srgbClr val="122E42"/>
                </a:solidFill>
              </a:defRPr>
            </a:lvl8pPr>
            <a:lvl9pPr>
              <a:defRPr sz="1500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2E42"/>
                </a:solidFill>
              </a:defRPr>
            </a:pPr>
            <a:r>
              <a:rPr sz="1500" b="1">
                <a:solidFill>
                  <a:srgbClr val="122E42"/>
                </a:solidFill>
              </a:rPr>
              <a:t>VIP-kliendi keskmine käive on üle 5×</a:t>
            </a:r>
          </a:p>
          <a:p xmlns:a="http://schemas.openxmlformats.org/drawingml/2006/main">
            <a:pPr>
              <a:defRPr sz="1500" b="1">
                <a:solidFill>
                  <a:srgbClr val="122E42"/>
                </a:solidFill>
              </a:defRPr>
            </a:pPr>
            <a:r>
              <a:rPr sz="1500" b="1">
                <a:solidFill>
                  <a:srgbClr val="122E42"/>
                </a:solidFill>
              </a:rPr>
              <a:t>aktiivsete klientide omast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044B1-3A68-4BC2-89DC-0730EA47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2E42"/>
                </a:solidFill>
              </a:defRPr>
            </a:defPPr>
            <a:lvl1pPr>
              <a:defRPr sz="2100" b="1">
                <a:solidFill>
                  <a:srgbClr val="122E42"/>
                </a:solidFill>
              </a:defRPr>
            </a:lvl1pPr>
            <a:lvl2pPr>
              <a:defRPr sz="2100" b="1">
                <a:solidFill>
                  <a:srgbClr val="122E42"/>
                </a:solidFill>
              </a:defRPr>
            </a:lvl2pPr>
            <a:lvl3pPr>
              <a:defRPr sz="2100" b="1">
                <a:solidFill>
                  <a:srgbClr val="122E42"/>
                </a:solidFill>
              </a:defRPr>
            </a:lvl3pPr>
            <a:lvl4pPr>
              <a:defRPr sz="2100" b="1">
                <a:solidFill>
                  <a:srgbClr val="122E42"/>
                </a:solidFill>
              </a:defRPr>
            </a:lvl4pPr>
            <a:lvl5pPr>
              <a:defRPr sz="2100" b="1">
                <a:solidFill>
                  <a:srgbClr val="122E42"/>
                </a:solidFill>
              </a:defRPr>
            </a:lvl5pPr>
            <a:lvl6pPr>
              <a:defRPr sz="2100" b="1">
                <a:solidFill>
                  <a:srgbClr val="122E42"/>
                </a:solidFill>
              </a:defRPr>
            </a:lvl6pPr>
            <a:lvl7pPr>
              <a:defRPr sz="2100" b="1">
                <a:solidFill>
                  <a:srgbClr val="122E42"/>
                </a:solidFill>
              </a:defRPr>
            </a:lvl7pPr>
            <a:lvl8pPr>
              <a:defRPr sz="2100" b="1">
                <a:solidFill>
                  <a:srgbClr val="122E42"/>
                </a:solidFill>
              </a:defRPr>
            </a:lvl8pPr>
            <a:lvl9pPr>
              <a:defRPr sz="2100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2E42"/>
                </a:solidFill>
              </a:defRPr>
            </a:pPr>
            <a:r>
              <a:rPr sz="2100" b="1">
                <a:solidFill>
                  <a:srgbClr val="122E42"/>
                </a:solidFill>
              </a:rPr>
              <a:t>Tooted ja laoseis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78732-4A0F-4886-B93B-6B3611E5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9F95"/>
                </a:solidFill>
              </a:defRPr>
            </a:defPPr>
            <a:lvl1pPr>
              <a:defRPr sz="2400" b="1">
                <a:solidFill>
                  <a:srgbClr val="009F95"/>
                </a:solidFill>
              </a:defRPr>
            </a:lvl1pPr>
            <a:lvl2pPr>
              <a:defRPr sz="2400" b="1">
                <a:solidFill>
                  <a:srgbClr val="009F95"/>
                </a:solidFill>
              </a:defRPr>
            </a:lvl2pPr>
            <a:lvl3pPr>
              <a:defRPr sz="2400" b="1">
                <a:solidFill>
                  <a:srgbClr val="009F95"/>
                </a:solidFill>
              </a:defRPr>
            </a:lvl3pPr>
            <a:lvl4pPr>
              <a:defRPr sz="2400" b="1">
                <a:solidFill>
                  <a:srgbClr val="009F95"/>
                </a:solidFill>
              </a:defRPr>
            </a:lvl4pPr>
            <a:lvl5pPr>
              <a:defRPr sz="2400" b="1">
                <a:solidFill>
                  <a:srgbClr val="009F95"/>
                </a:solidFill>
              </a:defRPr>
            </a:lvl5pPr>
            <a:lvl6pPr>
              <a:defRPr sz="2400" b="1">
                <a:solidFill>
                  <a:srgbClr val="009F95"/>
                </a:solidFill>
              </a:defRPr>
            </a:lvl6pPr>
            <a:lvl7pPr>
              <a:defRPr sz="2400" b="1">
                <a:solidFill>
                  <a:srgbClr val="009F95"/>
                </a:solidFill>
              </a:defRPr>
            </a:lvl7pPr>
            <a:lvl8pPr>
              <a:defRPr sz="2400" b="1">
                <a:solidFill>
                  <a:srgbClr val="009F95"/>
                </a:solidFill>
              </a:defRPr>
            </a:lvl8pPr>
            <a:lvl9pPr>
              <a:defRPr sz="2400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9F95"/>
                </a:solidFill>
              </a:defRPr>
            </a:pPr>
            <a:r>
              <a:rPr sz="2400" b="1">
                <a:solidFill>
                  <a:srgbClr val="009F95"/>
                </a:solidFill>
              </a:rPr>
              <a:t>82 toodet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DA74B-3374-406A-AD9D-9C58C16F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8145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76D7A"/>
                </a:solidFill>
              </a:defRPr>
            </a:defPPr>
            <a:lvl1pPr>
              <a:defRPr sz="1500" b="0">
                <a:solidFill>
                  <a:srgbClr val="576D7A"/>
                </a:solidFill>
              </a:defRPr>
            </a:lvl1pPr>
            <a:lvl2pPr>
              <a:defRPr sz="1500" b="0">
                <a:solidFill>
                  <a:srgbClr val="576D7A"/>
                </a:solidFill>
              </a:defRPr>
            </a:lvl2pPr>
            <a:lvl3pPr>
              <a:defRPr sz="1500" b="0">
                <a:solidFill>
                  <a:srgbClr val="576D7A"/>
                </a:solidFill>
              </a:defRPr>
            </a:lvl3pPr>
            <a:lvl4pPr>
              <a:defRPr sz="1500" b="0">
                <a:solidFill>
                  <a:srgbClr val="576D7A"/>
                </a:solidFill>
              </a:defRPr>
            </a:lvl4pPr>
            <a:lvl5pPr>
              <a:defRPr sz="1500" b="0">
                <a:solidFill>
                  <a:srgbClr val="576D7A"/>
                </a:solidFill>
              </a:defRPr>
            </a:lvl5pPr>
            <a:lvl6pPr>
              <a:defRPr sz="1500" b="0">
                <a:solidFill>
                  <a:srgbClr val="576D7A"/>
                </a:solidFill>
              </a:defRPr>
            </a:lvl6pPr>
            <a:lvl7pPr>
              <a:defRPr sz="1500" b="0">
                <a:solidFill>
                  <a:srgbClr val="576D7A"/>
                </a:solidFill>
              </a:defRPr>
            </a:lvl7pPr>
            <a:lvl8pPr>
              <a:defRPr sz="1500" b="0">
                <a:solidFill>
                  <a:srgbClr val="576D7A"/>
                </a:solidFill>
              </a:defRPr>
            </a:lvl8pPr>
            <a:lvl9pPr>
              <a:defRPr sz="1500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76D7A"/>
                </a:solidFill>
              </a:defRPr>
            </a:pPr>
            <a:r>
              <a:rPr sz="1500" b="0">
                <a:solidFill>
                  <a:srgbClr val="576D7A"/>
                </a:solidFill>
              </a:rPr>
              <a:t>Meeste rõivastes on enim</a:t>
            </a:r>
          </a:p>
          <a:p xmlns:a="http://schemas.openxmlformats.org/drawingml/2006/main">
            <a:pPr>
              <a:defRPr sz="1500" b="0">
                <a:solidFill>
                  <a:srgbClr val="576D7A"/>
                </a:solidFill>
              </a:defRPr>
            </a:pPr>
            <a:r>
              <a:rPr sz="1500" b="0">
                <a:solidFill>
                  <a:srgbClr val="576D7A"/>
                </a:solidFill>
              </a:rPr>
              <a:t>erinevaid tooteid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078AF-8375-472A-AC56-9DA8A793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9582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9F95"/>
                </a:solidFill>
              </a:defRPr>
            </a:defPPr>
            <a:lvl1pPr>
              <a:defRPr sz="2400" b="1">
                <a:solidFill>
                  <a:srgbClr val="009F95"/>
                </a:solidFill>
              </a:defRPr>
            </a:lvl1pPr>
            <a:lvl2pPr>
              <a:defRPr sz="2400" b="1">
                <a:solidFill>
                  <a:srgbClr val="009F95"/>
                </a:solidFill>
              </a:defRPr>
            </a:lvl2pPr>
            <a:lvl3pPr>
              <a:defRPr sz="2400" b="1">
                <a:solidFill>
                  <a:srgbClr val="009F95"/>
                </a:solidFill>
              </a:defRPr>
            </a:lvl3pPr>
            <a:lvl4pPr>
              <a:defRPr sz="2400" b="1">
                <a:solidFill>
                  <a:srgbClr val="009F95"/>
                </a:solidFill>
              </a:defRPr>
            </a:lvl4pPr>
            <a:lvl5pPr>
              <a:defRPr sz="2400" b="1">
                <a:solidFill>
                  <a:srgbClr val="009F95"/>
                </a:solidFill>
              </a:defRPr>
            </a:lvl5pPr>
            <a:lvl6pPr>
              <a:defRPr sz="2400" b="1">
                <a:solidFill>
                  <a:srgbClr val="009F95"/>
                </a:solidFill>
              </a:defRPr>
            </a:lvl6pPr>
            <a:lvl7pPr>
              <a:defRPr sz="2400" b="1">
                <a:solidFill>
                  <a:srgbClr val="009F95"/>
                </a:solidFill>
              </a:defRPr>
            </a:lvl7pPr>
            <a:lvl8pPr>
              <a:defRPr sz="2400" b="1">
                <a:solidFill>
                  <a:srgbClr val="009F95"/>
                </a:solidFill>
              </a:defRPr>
            </a:lvl8pPr>
            <a:lvl9pPr>
              <a:defRPr sz="2400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9F95"/>
                </a:solidFill>
              </a:defRPr>
            </a:pPr>
            <a:r>
              <a:rPr sz="2400" b="1">
                <a:solidFill>
                  <a:srgbClr val="009F95"/>
                </a:solidFill>
              </a:rPr>
              <a:t>67 toodet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8DCF5-D27C-43B2-BADA-D31506F8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339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76D7A"/>
                </a:solidFill>
              </a:defRPr>
            </a:defPPr>
            <a:lvl1pPr>
              <a:defRPr sz="1500" b="0">
                <a:solidFill>
                  <a:srgbClr val="576D7A"/>
                </a:solidFill>
              </a:defRPr>
            </a:lvl1pPr>
            <a:lvl2pPr>
              <a:defRPr sz="1500" b="0">
                <a:solidFill>
                  <a:srgbClr val="576D7A"/>
                </a:solidFill>
              </a:defRPr>
            </a:lvl2pPr>
            <a:lvl3pPr>
              <a:defRPr sz="1500" b="0">
                <a:solidFill>
                  <a:srgbClr val="576D7A"/>
                </a:solidFill>
              </a:defRPr>
            </a:lvl3pPr>
            <a:lvl4pPr>
              <a:defRPr sz="1500" b="0">
                <a:solidFill>
                  <a:srgbClr val="576D7A"/>
                </a:solidFill>
              </a:defRPr>
            </a:lvl4pPr>
            <a:lvl5pPr>
              <a:defRPr sz="1500" b="0">
                <a:solidFill>
                  <a:srgbClr val="576D7A"/>
                </a:solidFill>
              </a:defRPr>
            </a:lvl5pPr>
            <a:lvl6pPr>
              <a:defRPr sz="1500" b="0">
                <a:solidFill>
                  <a:srgbClr val="576D7A"/>
                </a:solidFill>
              </a:defRPr>
            </a:lvl6pPr>
            <a:lvl7pPr>
              <a:defRPr sz="1500" b="0">
                <a:solidFill>
                  <a:srgbClr val="576D7A"/>
                </a:solidFill>
              </a:defRPr>
            </a:lvl7pPr>
            <a:lvl8pPr>
              <a:defRPr sz="1500" b="0">
                <a:solidFill>
                  <a:srgbClr val="576D7A"/>
                </a:solidFill>
              </a:defRPr>
            </a:lvl8pPr>
            <a:lvl9pPr>
              <a:defRPr sz="1500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76D7A"/>
                </a:solidFill>
              </a:defRPr>
            </a:pPr>
            <a:r>
              <a:rPr sz="1500" b="0">
                <a:solidFill>
                  <a:srgbClr val="576D7A"/>
                </a:solidFill>
              </a:rPr>
              <a:t>Aksessuaarides on kõige vähem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68784-6DC5-441F-80C1-09D6DD7B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562600"/>
            <a:ext cx="3571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22E42"/>
                </a:solidFill>
              </a:defRPr>
            </a:defPPr>
            <a:lvl1pPr>
              <a:defRPr sz="1500" b="1">
                <a:solidFill>
                  <a:srgbClr val="122E42"/>
                </a:solidFill>
              </a:defRPr>
            </a:lvl1pPr>
            <a:lvl2pPr>
              <a:defRPr sz="1500" b="1">
                <a:solidFill>
                  <a:srgbClr val="122E42"/>
                </a:solidFill>
              </a:defRPr>
            </a:lvl2pPr>
            <a:lvl3pPr>
              <a:defRPr sz="1500" b="1">
                <a:solidFill>
                  <a:srgbClr val="122E42"/>
                </a:solidFill>
              </a:defRPr>
            </a:lvl3pPr>
            <a:lvl4pPr>
              <a:defRPr sz="1500" b="1">
                <a:solidFill>
                  <a:srgbClr val="122E42"/>
                </a:solidFill>
              </a:defRPr>
            </a:lvl4pPr>
            <a:lvl5pPr>
              <a:defRPr sz="1500" b="1">
                <a:solidFill>
                  <a:srgbClr val="122E42"/>
                </a:solidFill>
              </a:defRPr>
            </a:lvl5pPr>
            <a:lvl6pPr>
              <a:defRPr sz="1500" b="1">
                <a:solidFill>
                  <a:srgbClr val="122E42"/>
                </a:solidFill>
              </a:defRPr>
            </a:lvl6pPr>
            <a:lvl7pPr>
              <a:defRPr sz="1500" b="1">
                <a:solidFill>
                  <a:srgbClr val="122E42"/>
                </a:solidFill>
              </a:defRPr>
            </a:lvl7pPr>
            <a:lvl8pPr>
              <a:defRPr sz="1500" b="1">
                <a:solidFill>
                  <a:srgbClr val="122E42"/>
                </a:solidFill>
              </a:defRPr>
            </a:lvl8pPr>
            <a:lvl9pPr>
              <a:defRPr sz="1500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2E42"/>
                </a:solidFill>
              </a:defRPr>
            </a:pPr>
            <a:r>
              <a:rPr sz="1500" b="1">
                <a:solidFill>
                  <a:srgbClr val="122E42"/>
                </a:solidFill>
              </a:rPr>
              <a:t>12 toodet pole kunagi müüdud</a:t>
            </a:r>
          </a:p>
          <a:p xmlns:a="http://schemas.openxmlformats.org/drawingml/2006/main">
            <a:pPr>
              <a:defRPr sz="1500" b="1">
                <a:solidFill>
                  <a:srgbClr val="122E42"/>
                </a:solidFill>
              </a:defRPr>
            </a:pPr>
            <a:r>
              <a:rPr sz="1500" b="1">
                <a:solidFill>
                  <a:srgbClr val="122E42"/>
                </a:solidFill>
              </a:rPr>
              <a:t>ega ole laos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21152E-F134-4F9F-A260-71D07FE4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3400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22E42"/>
                </a:solidFill>
              </a:defRPr>
            </a:defPPr>
            <a:lvl1pPr>
              <a:defRPr sz="1950" b="1">
                <a:solidFill>
                  <a:srgbClr val="122E42"/>
                </a:solidFill>
              </a:defRPr>
            </a:lvl1pPr>
            <a:lvl2pPr>
              <a:defRPr sz="1950" b="1">
                <a:solidFill>
                  <a:srgbClr val="122E42"/>
                </a:solidFill>
              </a:defRPr>
            </a:lvl2pPr>
            <a:lvl3pPr>
              <a:defRPr sz="1950" b="1">
                <a:solidFill>
                  <a:srgbClr val="122E42"/>
                </a:solidFill>
              </a:defRPr>
            </a:lvl3pPr>
            <a:lvl4pPr>
              <a:defRPr sz="1950" b="1">
                <a:solidFill>
                  <a:srgbClr val="122E42"/>
                </a:solidFill>
              </a:defRPr>
            </a:lvl4pPr>
            <a:lvl5pPr>
              <a:defRPr sz="1950" b="1">
                <a:solidFill>
                  <a:srgbClr val="122E42"/>
                </a:solidFill>
              </a:defRPr>
            </a:lvl5pPr>
            <a:lvl6pPr>
              <a:defRPr sz="1950" b="1">
                <a:solidFill>
                  <a:srgbClr val="122E42"/>
                </a:solidFill>
              </a:defRPr>
            </a:lvl6pPr>
            <a:lvl7pPr>
              <a:defRPr sz="1950" b="1">
                <a:solidFill>
                  <a:srgbClr val="122E42"/>
                </a:solidFill>
              </a:defRPr>
            </a:lvl7pPr>
            <a:lvl8pPr>
              <a:defRPr sz="1950" b="1">
                <a:solidFill>
                  <a:srgbClr val="122E42"/>
                </a:solidFill>
              </a:defRPr>
            </a:lvl8pPr>
            <a:lvl9pPr>
              <a:defRPr sz="1950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22E42"/>
                </a:solidFill>
              </a:defRPr>
            </a:pPr>
            <a:r>
              <a:rPr sz="1950" b="1">
                <a:solidFill>
                  <a:srgbClr val="122E42"/>
                </a:solidFill>
              </a:rPr>
              <a:t>Turundus ja andmekvaliteet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BA7CF-D2B3-45C7-B596-ED09C07E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43325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9F95"/>
                </a:solidFill>
              </a:defRPr>
            </a:defPPr>
            <a:lvl1pPr>
              <a:defRPr sz="2175" b="1">
                <a:solidFill>
                  <a:srgbClr val="009F95"/>
                </a:solidFill>
              </a:defRPr>
            </a:lvl1pPr>
            <a:lvl2pPr>
              <a:defRPr sz="2175" b="1">
                <a:solidFill>
                  <a:srgbClr val="009F95"/>
                </a:solidFill>
              </a:defRPr>
            </a:lvl2pPr>
            <a:lvl3pPr>
              <a:defRPr sz="2175" b="1">
                <a:solidFill>
                  <a:srgbClr val="009F95"/>
                </a:solidFill>
              </a:defRPr>
            </a:lvl3pPr>
            <a:lvl4pPr>
              <a:defRPr sz="2175" b="1">
                <a:solidFill>
                  <a:srgbClr val="009F95"/>
                </a:solidFill>
              </a:defRPr>
            </a:lvl4pPr>
            <a:lvl5pPr>
              <a:defRPr sz="2175" b="1">
                <a:solidFill>
                  <a:srgbClr val="009F95"/>
                </a:solidFill>
              </a:defRPr>
            </a:lvl5pPr>
            <a:lvl6pPr>
              <a:defRPr sz="2175" b="1">
                <a:solidFill>
                  <a:srgbClr val="009F95"/>
                </a:solidFill>
              </a:defRPr>
            </a:lvl6pPr>
            <a:lvl7pPr>
              <a:defRPr sz="2175" b="1">
                <a:solidFill>
                  <a:srgbClr val="009F95"/>
                </a:solidFill>
              </a:defRPr>
            </a:lvl7pPr>
            <a:lvl8pPr>
              <a:defRPr sz="2175" b="1">
                <a:solidFill>
                  <a:srgbClr val="009F95"/>
                </a:solidFill>
              </a:defRPr>
            </a:lvl8pPr>
            <a:lvl9pPr>
              <a:defRPr sz="2175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9F95"/>
                </a:solidFill>
              </a:defRPr>
            </a:pPr>
            <a:r>
              <a:rPr sz="2175" b="1">
                <a:solidFill>
                  <a:srgbClr val="009F95"/>
                </a:solidFill>
              </a:rPr>
              <a:t>Google Organic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8759F-3E8D-431D-9F9E-AEF73D7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76D7A"/>
                </a:solidFill>
              </a:defRPr>
            </a:defPPr>
            <a:lvl1pPr>
              <a:defRPr sz="1575" b="0">
                <a:solidFill>
                  <a:srgbClr val="576D7A"/>
                </a:solidFill>
              </a:defRPr>
            </a:lvl1pPr>
            <a:lvl2pPr>
              <a:defRPr sz="1575" b="0">
                <a:solidFill>
                  <a:srgbClr val="576D7A"/>
                </a:solidFill>
              </a:defRPr>
            </a:lvl2pPr>
            <a:lvl3pPr>
              <a:defRPr sz="1575" b="0">
                <a:solidFill>
                  <a:srgbClr val="576D7A"/>
                </a:solidFill>
              </a:defRPr>
            </a:lvl3pPr>
            <a:lvl4pPr>
              <a:defRPr sz="1575" b="0">
                <a:solidFill>
                  <a:srgbClr val="576D7A"/>
                </a:solidFill>
              </a:defRPr>
            </a:lvl4pPr>
            <a:lvl5pPr>
              <a:defRPr sz="1575" b="0">
                <a:solidFill>
                  <a:srgbClr val="576D7A"/>
                </a:solidFill>
              </a:defRPr>
            </a:lvl5pPr>
            <a:lvl6pPr>
              <a:defRPr sz="1575" b="0">
                <a:solidFill>
                  <a:srgbClr val="576D7A"/>
                </a:solidFill>
              </a:defRPr>
            </a:lvl6pPr>
            <a:lvl7pPr>
              <a:defRPr sz="1575" b="0">
                <a:solidFill>
                  <a:srgbClr val="576D7A"/>
                </a:solidFill>
              </a:defRPr>
            </a:lvl7pPr>
            <a:lvl8pPr>
              <a:defRPr sz="1575" b="0">
                <a:solidFill>
                  <a:srgbClr val="576D7A"/>
                </a:solidFill>
              </a:defRPr>
            </a:lvl8pPr>
            <a:lvl9pPr>
              <a:defRPr sz="157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76D7A"/>
                </a:solidFill>
              </a:defRPr>
            </a:pPr>
            <a:r>
              <a:rPr sz="1575" b="0">
                <a:solidFill>
                  <a:srgbClr val="576D7A"/>
                </a:solidFill>
              </a:rPr>
              <a:t>Suurim kogukäive</a:t>
            </a:r>
          </a:p>
          <a:p xmlns:a="http://schemas.openxmlformats.org/drawingml/2006/main">
            <a:pPr>
              <a:defRPr sz="1575" b="0">
                <a:solidFill>
                  <a:srgbClr val="576D7A"/>
                </a:solidFill>
              </a:defRPr>
            </a:pPr>
            <a:r>
              <a:rPr sz="1575" b="0">
                <a:solidFill>
                  <a:srgbClr val="576D7A"/>
                </a:solidFill>
              </a:rPr>
              <a:t>Keskmine tellimus 286 €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4ECC59-74AB-4357-A9D9-E6099E07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5300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9F95"/>
                </a:solidFill>
              </a:defRPr>
            </a:defPPr>
            <a:lvl1pPr>
              <a:defRPr sz="2400" b="1">
                <a:solidFill>
                  <a:srgbClr val="009F95"/>
                </a:solidFill>
              </a:defRPr>
            </a:lvl1pPr>
            <a:lvl2pPr>
              <a:defRPr sz="2400" b="1">
                <a:solidFill>
                  <a:srgbClr val="009F95"/>
                </a:solidFill>
              </a:defRPr>
            </a:lvl2pPr>
            <a:lvl3pPr>
              <a:defRPr sz="2400" b="1">
                <a:solidFill>
                  <a:srgbClr val="009F95"/>
                </a:solidFill>
              </a:defRPr>
            </a:lvl3pPr>
            <a:lvl4pPr>
              <a:defRPr sz="2400" b="1">
                <a:solidFill>
                  <a:srgbClr val="009F95"/>
                </a:solidFill>
              </a:defRPr>
            </a:lvl4pPr>
            <a:lvl5pPr>
              <a:defRPr sz="2400" b="1">
                <a:solidFill>
                  <a:srgbClr val="009F95"/>
                </a:solidFill>
              </a:defRPr>
            </a:lvl5pPr>
            <a:lvl6pPr>
              <a:defRPr sz="2400" b="1">
                <a:solidFill>
                  <a:srgbClr val="009F95"/>
                </a:solidFill>
              </a:defRPr>
            </a:lvl6pPr>
            <a:lvl7pPr>
              <a:defRPr sz="2400" b="1">
                <a:solidFill>
                  <a:srgbClr val="009F95"/>
                </a:solidFill>
              </a:defRPr>
            </a:lvl7pPr>
            <a:lvl8pPr>
              <a:defRPr sz="2400" b="1">
                <a:solidFill>
                  <a:srgbClr val="009F95"/>
                </a:solidFill>
              </a:defRPr>
            </a:lvl8pPr>
            <a:lvl9pPr>
              <a:defRPr sz="2400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9F95"/>
                </a:solidFill>
              </a:defRPr>
            </a:pPr>
            <a:r>
              <a:rPr sz="2400" b="1">
                <a:solidFill>
                  <a:srgbClr val="009F95"/>
                </a:solidFill>
              </a:rPr>
              <a:t>1 024 klienti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DBDAD5-8C62-4D2D-B050-0168FE5A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4830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22E42"/>
                </a:solidFill>
              </a:defRPr>
            </a:defPPr>
            <a:lvl1pPr>
              <a:defRPr sz="1500" b="0">
                <a:solidFill>
                  <a:srgbClr val="122E42"/>
                </a:solidFill>
              </a:defRPr>
            </a:lvl1pPr>
            <a:lvl2pPr>
              <a:defRPr sz="1500" b="0">
                <a:solidFill>
                  <a:srgbClr val="122E42"/>
                </a:solidFill>
              </a:defRPr>
            </a:lvl2pPr>
            <a:lvl3pPr>
              <a:defRPr sz="1500" b="0">
                <a:solidFill>
                  <a:srgbClr val="122E42"/>
                </a:solidFill>
              </a:defRPr>
            </a:lvl3pPr>
            <a:lvl4pPr>
              <a:defRPr sz="1500" b="0">
                <a:solidFill>
                  <a:srgbClr val="122E42"/>
                </a:solidFill>
              </a:defRPr>
            </a:lvl4pPr>
            <a:lvl5pPr>
              <a:defRPr sz="1500" b="0">
                <a:solidFill>
                  <a:srgbClr val="122E42"/>
                </a:solidFill>
              </a:defRPr>
            </a:lvl5pPr>
            <a:lvl6pPr>
              <a:defRPr sz="1500" b="0">
                <a:solidFill>
                  <a:srgbClr val="122E42"/>
                </a:solidFill>
              </a:defRPr>
            </a:lvl6pPr>
            <a:lvl7pPr>
              <a:defRPr sz="1500" b="0">
                <a:solidFill>
                  <a:srgbClr val="122E42"/>
                </a:solidFill>
              </a:defRPr>
            </a:lvl7pPr>
            <a:lvl8pPr>
              <a:defRPr sz="1500" b="0">
                <a:solidFill>
                  <a:srgbClr val="122E42"/>
                </a:solidFill>
              </a:defRPr>
            </a:lvl8pPr>
            <a:lvl9pPr>
              <a:defRPr sz="1500" b="0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22E42"/>
                </a:solidFill>
              </a:defRPr>
            </a:pPr>
            <a:r>
              <a:rPr sz="1500" b="0">
                <a:solidFill>
                  <a:srgbClr val="122E42"/>
                </a:solidFill>
              </a:rPr>
              <a:t>on ostnud, kuid lojaalsustase puudub.</a:t>
            </a:r>
          </a:p>
          <a:p xmlns:a="http://schemas.openxmlformats.org/drawingml/2006/main">
            <a:pPr>
              <a:defRPr sz="1500" b="0">
                <a:solidFill>
                  <a:srgbClr val="122E42"/>
                </a:solidFill>
              </a:defRPr>
            </a:pPr>
            <a:r>
              <a:rPr sz="1500" b="0">
                <a:solidFill>
                  <a:srgbClr val="122E42"/>
                </a:solidFill>
              </a:rPr>
              <a:t>Nende kogumüük ületab 1 mln €.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2C958-B8A0-4CA1-85BC-AF8CA82D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53175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76D7A"/>
                </a:solidFill>
              </a:defRPr>
            </a:defPPr>
            <a:lvl1pPr>
              <a:defRPr sz="1275" b="0">
                <a:solidFill>
                  <a:srgbClr val="576D7A"/>
                </a:solidFill>
              </a:defRPr>
            </a:lvl1pPr>
            <a:lvl2pPr>
              <a:defRPr sz="1275" b="0">
                <a:solidFill>
                  <a:srgbClr val="576D7A"/>
                </a:solidFill>
              </a:defRPr>
            </a:lvl2pPr>
            <a:lvl3pPr>
              <a:defRPr sz="1275" b="0">
                <a:solidFill>
                  <a:srgbClr val="576D7A"/>
                </a:solidFill>
              </a:defRPr>
            </a:lvl3pPr>
            <a:lvl4pPr>
              <a:defRPr sz="1275" b="0">
                <a:solidFill>
                  <a:srgbClr val="576D7A"/>
                </a:solidFill>
              </a:defRPr>
            </a:lvl4pPr>
            <a:lvl5pPr>
              <a:defRPr sz="1275" b="0">
                <a:solidFill>
                  <a:srgbClr val="576D7A"/>
                </a:solidFill>
              </a:defRPr>
            </a:lvl5pPr>
            <a:lvl6pPr>
              <a:defRPr sz="1275" b="0">
                <a:solidFill>
                  <a:srgbClr val="576D7A"/>
                </a:solidFill>
              </a:defRPr>
            </a:lvl6pPr>
            <a:lvl7pPr>
              <a:defRPr sz="1275" b="0">
                <a:solidFill>
                  <a:srgbClr val="576D7A"/>
                </a:solidFill>
              </a:defRPr>
            </a:lvl7pPr>
            <a:lvl8pPr>
              <a:defRPr sz="1275" b="0">
                <a:solidFill>
                  <a:srgbClr val="576D7A"/>
                </a:solidFill>
              </a:defRPr>
            </a:lvl8pPr>
            <a:lvl9pPr>
              <a:defRPr sz="127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76D7A"/>
                </a:solidFill>
              </a:defRPr>
            </a:pPr>
            <a:r>
              <a:rPr sz="1275" b="0">
                <a:solidFill>
                  <a:srgbClr val="576D7A"/>
                </a:solidFill>
              </a:rPr>
              <a:t>2025. aasta väga väike kuine käive vajab andmete täielikkuse kontrolli</a:t>
            </a:r>
          </a:p>
        </p:txBody>
      </p:sp>
    </p:spTree>
    <p:extLst>
      <p:ext uri="{BB962C8B-B14F-4D97-AF65-F5344CB8AC3E}">
        <p14:creationId xmlns:p14="http://schemas.microsoft.com/office/powerpoint/2010/main" val="566775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8F8A0-A6B5-4EF2-B848-9FF9A993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E42"/>
                </a:solidFill>
              </a:defRPr>
            </a:defPPr>
            <a:lvl1pPr>
              <a:defRPr sz="3150" b="1">
                <a:solidFill>
                  <a:srgbClr val="122E42"/>
                </a:solidFill>
              </a:defRPr>
            </a:lvl1pPr>
            <a:lvl2pPr>
              <a:defRPr sz="3150" b="1">
                <a:solidFill>
                  <a:srgbClr val="122E42"/>
                </a:solidFill>
              </a:defRPr>
            </a:lvl2pPr>
            <a:lvl3pPr>
              <a:defRPr sz="3150" b="1">
                <a:solidFill>
                  <a:srgbClr val="122E42"/>
                </a:solidFill>
              </a:defRPr>
            </a:lvl3pPr>
            <a:lvl4pPr>
              <a:defRPr sz="3150" b="1">
                <a:solidFill>
                  <a:srgbClr val="122E42"/>
                </a:solidFill>
              </a:defRPr>
            </a:lvl4pPr>
            <a:lvl5pPr>
              <a:defRPr sz="3150" b="1">
                <a:solidFill>
                  <a:srgbClr val="122E42"/>
                </a:solidFill>
              </a:defRPr>
            </a:lvl5pPr>
            <a:lvl6pPr>
              <a:defRPr sz="3150" b="1">
                <a:solidFill>
                  <a:srgbClr val="122E42"/>
                </a:solidFill>
              </a:defRPr>
            </a:lvl6pPr>
            <a:lvl7pPr>
              <a:defRPr sz="3150" b="1">
                <a:solidFill>
                  <a:srgbClr val="122E42"/>
                </a:solidFill>
              </a:defRPr>
            </a:lvl7pPr>
            <a:lvl8pPr>
              <a:defRPr sz="3150" b="1">
                <a:solidFill>
                  <a:srgbClr val="122E42"/>
                </a:solidFill>
              </a:defRPr>
            </a:lvl8pPr>
            <a:lvl9pPr>
              <a:defRPr sz="3150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E42"/>
                </a:solidFill>
              </a:defRPr>
            </a:pPr>
            <a:r>
              <a:rPr sz="3150" b="1">
                <a:solidFill>
                  <a:srgbClr val="122E42"/>
                </a:solidFill>
              </a:rPr>
              <a:t>Visualiseeringud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665E6-BCE0-40E6-A529-10680828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19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76D7A"/>
                </a:solidFill>
              </a:defRPr>
            </a:defPPr>
            <a:lvl1pPr>
              <a:defRPr sz="1125" b="0">
                <a:solidFill>
                  <a:srgbClr val="576D7A"/>
                </a:solidFill>
              </a:defRPr>
            </a:lvl1pPr>
            <a:lvl2pPr>
              <a:defRPr sz="1125" b="0">
                <a:solidFill>
                  <a:srgbClr val="576D7A"/>
                </a:solidFill>
              </a:defRPr>
            </a:lvl2pPr>
            <a:lvl3pPr>
              <a:defRPr sz="1125" b="0">
                <a:solidFill>
                  <a:srgbClr val="576D7A"/>
                </a:solidFill>
              </a:defRPr>
            </a:lvl3pPr>
            <a:lvl4pPr>
              <a:defRPr sz="1125" b="0">
                <a:solidFill>
                  <a:srgbClr val="576D7A"/>
                </a:solidFill>
              </a:defRPr>
            </a:lvl4pPr>
            <a:lvl5pPr>
              <a:defRPr sz="1125" b="0">
                <a:solidFill>
                  <a:srgbClr val="576D7A"/>
                </a:solidFill>
              </a:defRPr>
            </a:lvl5pPr>
            <a:lvl6pPr>
              <a:defRPr sz="1125" b="0">
                <a:solidFill>
                  <a:srgbClr val="576D7A"/>
                </a:solidFill>
              </a:defRPr>
            </a:lvl6pPr>
            <a:lvl7pPr>
              <a:defRPr sz="1125" b="0">
                <a:solidFill>
                  <a:srgbClr val="576D7A"/>
                </a:solidFill>
              </a:defRPr>
            </a:lvl7pPr>
            <a:lvl8pPr>
              <a:defRPr sz="1125" b="0">
                <a:solidFill>
                  <a:srgbClr val="576D7A"/>
                </a:solidFill>
              </a:defRPr>
            </a:lvl8pPr>
            <a:lvl9pPr>
              <a:defRPr sz="112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76D7A"/>
                </a:solidFill>
              </a:defRPr>
            </a:pPr>
            <a:r>
              <a:rPr sz="1125" b="0">
                <a:solidFill>
                  <a:srgbClr val="576D7A"/>
                </a:solidFill>
              </a:rPr>
              <a:t>03 / 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75FDE-C26B-45A9-8E3C-8A1759FDF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74b73301b4573"/>
          <a:stretch xmlns:a="http://schemas.openxmlformats.org/drawingml/2006/main"/>
        </p:blipFill>
        <p:spPr>
          <a:xfrm xmlns:a="http://schemas.openxmlformats.org/drawingml/2006/main">
            <a:off x="1526929" y="1076325"/>
            <a:ext cx="9138143" cy="5162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055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D0923-48DF-4140-BFBC-A88289BC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19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76D7A"/>
                </a:solidFill>
              </a:defRPr>
            </a:defPPr>
            <a:lvl1pPr>
              <a:defRPr sz="1125" b="0">
                <a:solidFill>
                  <a:srgbClr val="576D7A"/>
                </a:solidFill>
              </a:defRPr>
            </a:lvl1pPr>
            <a:lvl2pPr>
              <a:defRPr sz="1125" b="0">
                <a:solidFill>
                  <a:srgbClr val="576D7A"/>
                </a:solidFill>
              </a:defRPr>
            </a:lvl2pPr>
            <a:lvl3pPr>
              <a:defRPr sz="1125" b="0">
                <a:solidFill>
                  <a:srgbClr val="576D7A"/>
                </a:solidFill>
              </a:defRPr>
            </a:lvl3pPr>
            <a:lvl4pPr>
              <a:defRPr sz="1125" b="0">
                <a:solidFill>
                  <a:srgbClr val="576D7A"/>
                </a:solidFill>
              </a:defRPr>
            </a:lvl4pPr>
            <a:lvl5pPr>
              <a:defRPr sz="1125" b="0">
                <a:solidFill>
                  <a:srgbClr val="576D7A"/>
                </a:solidFill>
              </a:defRPr>
            </a:lvl5pPr>
            <a:lvl6pPr>
              <a:defRPr sz="1125" b="0">
                <a:solidFill>
                  <a:srgbClr val="576D7A"/>
                </a:solidFill>
              </a:defRPr>
            </a:lvl6pPr>
            <a:lvl7pPr>
              <a:defRPr sz="1125" b="0">
                <a:solidFill>
                  <a:srgbClr val="576D7A"/>
                </a:solidFill>
              </a:defRPr>
            </a:lvl7pPr>
            <a:lvl8pPr>
              <a:defRPr sz="1125" b="0">
                <a:solidFill>
                  <a:srgbClr val="576D7A"/>
                </a:solidFill>
              </a:defRPr>
            </a:lvl8pPr>
            <a:lvl9pPr>
              <a:defRPr sz="112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76D7A"/>
                </a:solidFill>
              </a:defRPr>
            </a:pPr>
            <a:r>
              <a:rPr sz="1125" b="0">
                <a:solidFill>
                  <a:srgbClr val="576D7A"/>
                </a:solidFill>
              </a:rPr>
              <a:t>04 / 06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0FA57-DEBB-473B-88BD-F8624304ED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6fd986fde4b68"/>
          <a:stretch xmlns:a="http://schemas.openxmlformats.org/drawingml/2006/main"/>
        </p:blipFill>
        <p:spPr>
          <a:xfrm xmlns:a="http://schemas.openxmlformats.org/drawingml/2006/main">
            <a:off x="776787" y="228600"/>
            <a:ext cx="10638426" cy="6000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0086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72A4B-7284-4171-AABD-181C68B6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E42"/>
                </a:solidFill>
              </a:defRPr>
            </a:defPPr>
            <a:lvl1pPr>
              <a:defRPr sz="3150" b="1">
                <a:solidFill>
                  <a:srgbClr val="122E42"/>
                </a:solidFill>
              </a:defRPr>
            </a:lvl1pPr>
            <a:lvl2pPr>
              <a:defRPr sz="3150" b="1">
                <a:solidFill>
                  <a:srgbClr val="122E42"/>
                </a:solidFill>
              </a:defRPr>
            </a:lvl2pPr>
            <a:lvl3pPr>
              <a:defRPr sz="3150" b="1">
                <a:solidFill>
                  <a:srgbClr val="122E42"/>
                </a:solidFill>
              </a:defRPr>
            </a:lvl3pPr>
            <a:lvl4pPr>
              <a:defRPr sz="3150" b="1">
                <a:solidFill>
                  <a:srgbClr val="122E42"/>
                </a:solidFill>
              </a:defRPr>
            </a:lvl4pPr>
            <a:lvl5pPr>
              <a:defRPr sz="3150" b="1">
                <a:solidFill>
                  <a:srgbClr val="122E42"/>
                </a:solidFill>
              </a:defRPr>
            </a:lvl5pPr>
            <a:lvl6pPr>
              <a:defRPr sz="3150" b="1">
                <a:solidFill>
                  <a:srgbClr val="122E42"/>
                </a:solidFill>
              </a:defRPr>
            </a:lvl6pPr>
            <a:lvl7pPr>
              <a:defRPr sz="3150" b="1">
                <a:solidFill>
                  <a:srgbClr val="122E42"/>
                </a:solidFill>
              </a:defRPr>
            </a:lvl7pPr>
            <a:lvl8pPr>
              <a:defRPr sz="3150" b="1">
                <a:solidFill>
                  <a:srgbClr val="122E42"/>
                </a:solidFill>
              </a:defRPr>
            </a:lvl8pPr>
            <a:lvl9pPr>
              <a:defRPr sz="3150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E42"/>
                </a:solidFill>
              </a:defRPr>
            </a:pPr>
            <a:r>
              <a:rPr sz="3150" b="1">
                <a:solidFill>
                  <a:srgbClr val="122E42"/>
                </a:solidFill>
              </a:rPr>
              <a:t>Soovitused juhtkonnale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A27BF-AEC0-42A7-8853-168B662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19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76D7A"/>
                </a:solidFill>
              </a:defRPr>
            </a:defPPr>
            <a:lvl1pPr>
              <a:defRPr sz="1125" b="0">
                <a:solidFill>
                  <a:srgbClr val="576D7A"/>
                </a:solidFill>
              </a:defRPr>
            </a:lvl1pPr>
            <a:lvl2pPr>
              <a:defRPr sz="1125" b="0">
                <a:solidFill>
                  <a:srgbClr val="576D7A"/>
                </a:solidFill>
              </a:defRPr>
            </a:lvl2pPr>
            <a:lvl3pPr>
              <a:defRPr sz="1125" b="0">
                <a:solidFill>
                  <a:srgbClr val="576D7A"/>
                </a:solidFill>
              </a:defRPr>
            </a:lvl3pPr>
            <a:lvl4pPr>
              <a:defRPr sz="1125" b="0">
                <a:solidFill>
                  <a:srgbClr val="576D7A"/>
                </a:solidFill>
              </a:defRPr>
            </a:lvl4pPr>
            <a:lvl5pPr>
              <a:defRPr sz="1125" b="0">
                <a:solidFill>
                  <a:srgbClr val="576D7A"/>
                </a:solidFill>
              </a:defRPr>
            </a:lvl5pPr>
            <a:lvl6pPr>
              <a:defRPr sz="1125" b="0">
                <a:solidFill>
                  <a:srgbClr val="576D7A"/>
                </a:solidFill>
              </a:defRPr>
            </a:lvl6pPr>
            <a:lvl7pPr>
              <a:defRPr sz="1125" b="0">
                <a:solidFill>
                  <a:srgbClr val="576D7A"/>
                </a:solidFill>
              </a:defRPr>
            </a:lvl7pPr>
            <a:lvl8pPr>
              <a:defRPr sz="1125" b="0">
                <a:solidFill>
                  <a:srgbClr val="576D7A"/>
                </a:solidFill>
              </a:defRPr>
            </a:lvl8pPr>
            <a:lvl9pPr>
              <a:defRPr sz="112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76D7A"/>
                </a:solidFill>
              </a:defRPr>
            </a:pPr>
            <a:r>
              <a:rPr sz="1125" b="0">
                <a:solidFill>
                  <a:srgbClr val="576D7A"/>
                </a:solidFill>
              </a:rPr>
              <a:t>05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4A4F2-0F37-4D86-9113-E3A6B477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009F95"/>
                </a:solidFill>
              </a:defRPr>
            </a:defPPr>
            <a:lvl1pPr>
              <a:defRPr sz="4125" b="1">
                <a:solidFill>
                  <a:srgbClr val="009F95"/>
                </a:solidFill>
              </a:defRPr>
            </a:lvl1pPr>
            <a:lvl2pPr>
              <a:defRPr sz="4125" b="1">
                <a:solidFill>
                  <a:srgbClr val="009F95"/>
                </a:solidFill>
              </a:defRPr>
            </a:lvl2pPr>
            <a:lvl3pPr>
              <a:defRPr sz="4125" b="1">
                <a:solidFill>
                  <a:srgbClr val="009F95"/>
                </a:solidFill>
              </a:defRPr>
            </a:lvl3pPr>
            <a:lvl4pPr>
              <a:defRPr sz="4125" b="1">
                <a:solidFill>
                  <a:srgbClr val="009F95"/>
                </a:solidFill>
              </a:defRPr>
            </a:lvl4pPr>
            <a:lvl5pPr>
              <a:defRPr sz="4125" b="1">
                <a:solidFill>
                  <a:srgbClr val="009F95"/>
                </a:solidFill>
              </a:defRPr>
            </a:lvl5pPr>
            <a:lvl6pPr>
              <a:defRPr sz="4125" b="1">
                <a:solidFill>
                  <a:srgbClr val="009F95"/>
                </a:solidFill>
              </a:defRPr>
            </a:lvl6pPr>
            <a:lvl7pPr>
              <a:defRPr sz="4125" b="1">
                <a:solidFill>
                  <a:srgbClr val="009F95"/>
                </a:solidFill>
              </a:defRPr>
            </a:lvl7pPr>
            <a:lvl8pPr>
              <a:defRPr sz="4125" b="1">
                <a:solidFill>
                  <a:srgbClr val="009F95"/>
                </a:solidFill>
              </a:defRPr>
            </a:lvl8pPr>
            <a:lvl9pPr>
              <a:defRPr sz="4125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009F95"/>
                </a:solidFill>
              </a:defRPr>
            </a:pPr>
            <a:r>
              <a:rPr sz="4125" b="1">
                <a:solidFill>
                  <a:srgbClr val="009F95"/>
                </a:solidFill>
              </a:rPr>
              <a:t>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6B2A6-E5DD-4B56-91D7-C4AA7D22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97167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E42"/>
                </a:solidFill>
              </a:defRPr>
            </a:defPPr>
            <a:lvl1pPr>
              <a:defRPr sz="3225" b="1">
                <a:solidFill>
                  <a:srgbClr val="122E42"/>
                </a:solidFill>
              </a:defRPr>
            </a:lvl1pPr>
            <a:lvl2pPr>
              <a:defRPr sz="3225" b="1">
                <a:solidFill>
                  <a:srgbClr val="122E42"/>
                </a:solidFill>
              </a:defRPr>
            </a:lvl2pPr>
            <a:lvl3pPr>
              <a:defRPr sz="3225" b="1">
                <a:solidFill>
                  <a:srgbClr val="122E42"/>
                </a:solidFill>
              </a:defRPr>
            </a:lvl3pPr>
            <a:lvl4pPr>
              <a:defRPr sz="3225" b="1">
                <a:solidFill>
                  <a:srgbClr val="122E42"/>
                </a:solidFill>
              </a:defRPr>
            </a:lvl4pPr>
            <a:lvl5pPr>
              <a:defRPr sz="3225" b="1">
                <a:solidFill>
                  <a:srgbClr val="122E42"/>
                </a:solidFill>
              </a:defRPr>
            </a:lvl5pPr>
            <a:lvl6pPr>
              <a:defRPr sz="3225" b="1">
                <a:solidFill>
                  <a:srgbClr val="122E42"/>
                </a:solidFill>
              </a:defRPr>
            </a:lvl6pPr>
            <a:lvl7pPr>
              <a:defRPr sz="3225" b="1">
                <a:solidFill>
                  <a:srgbClr val="122E42"/>
                </a:solidFill>
              </a:defRPr>
            </a:lvl7pPr>
            <a:lvl8pPr>
              <a:defRPr sz="3225" b="1">
                <a:solidFill>
                  <a:srgbClr val="122E42"/>
                </a:solidFill>
              </a:defRPr>
            </a:lvl8pPr>
            <a:lvl9pPr>
              <a:defRPr sz="3225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E42"/>
                </a:solidFill>
              </a:defRPr>
            </a:pPr>
            <a:r>
              <a:rPr sz="3225" b="1">
                <a:solidFill>
                  <a:srgbClr val="122E42"/>
                </a:solidFill>
              </a:rPr>
              <a:t>Kliendilojaalsus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2F90E-B684-4088-A34C-19819235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009F95"/>
                </a:solidFill>
              </a:defRPr>
            </a:defPPr>
            <a:lvl1pPr>
              <a:defRPr sz="4125" b="1">
                <a:solidFill>
                  <a:srgbClr val="009F95"/>
                </a:solidFill>
              </a:defRPr>
            </a:lvl1pPr>
            <a:lvl2pPr>
              <a:defRPr sz="4125" b="1">
                <a:solidFill>
                  <a:srgbClr val="009F95"/>
                </a:solidFill>
              </a:defRPr>
            </a:lvl2pPr>
            <a:lvl3pPr>
              <a:defRPr sz="4125" b="1">
                <a:solidFill>
                  <a:srgbClr val="009F95"/>
                </a:solidFill>
              </a:defRPr>
            </a:lvl3pPr>
            <a:lvl4pPr>
              <a:defRPr sz="4125" b="1">
                <a:solidFill>
                  <a:srgbClr val="009F95"/>
                </a:solidFill>
              </a:defRPr>
            </a:lvl4pPr>
            <a:lvl5pPr>
              <a:defRPr sz="4125" b="1">
                <a:solidFill>
                  <a:srgbClr val="009F95"/>
                </a:solidFill>
              </a:defRPr>
            </a:lvl5pPr>
            <a:lvl6pPr>
              <a:defRPr sz="4125" b="1">
                <a:solidFill>
                  <a:srgbClr val="009F95"/>
                </a:solidFill>
              </a:defRPr>
            </a:lvl6pPr>
            <a:lvl7pPr>
              <a:defRPr sz="4125" b="1">
                <a:solidFill>
                  <a:srgbClr val="009F95"/>
                </a:solidFill>
              </a:defRPr>
            </a:lvl7pPr>
            <a:lvl8pPr>
              <a:defRPr sz="4125" b="1">
                <a:solidFill>
                  <a:srgbClr val="009F95"/>
                </a:solidFill>
              </a:defRPr>
            </a:lvl8pPr>
            <a:lvl9pPr>
              <a:defRPr sz="4125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009F95"/>
                </a:solidFill>
              </a:defRPr>
            </a:pPr>
            <a:r>
              <a:rPr sz="4125" b="1">
                <a:solidFill>
                  <a:srgbClr val="009F95"/>
                </a:solidFill>
              </a:rPr>
              <a:t>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23414-7F0A-4A73-8516-1A9377FE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371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E42"/>
                </a:solidFill>
              </a:defRPr>
            </a:defPPr>
            <a:lvl1pPr>
              <a:defRPr sz="3225" b="1">
                <a:solidFill>
                  <a:srgbClr val="122E42"/>
                </a:solidFill>
              </a:defRPr>
            </a:lvl1pPr>
            <a:lvl2pPr>
              <a:defRPr sz="3225" b="1">
                <a:solidFill>
                  <a:srgbClr val="122E42"/>
                </a:solidFill>
              </a:defRPr>
            </a:lvl2pPr>
            <a:lvl3pPr>
              <a:defRPr sz="3225" b="1">
                <a:solidFill>
                  <a:srgbClr val="122E42"/>
                </a:solidFill>
              </a:defRPr>
            </a:lvl3pPr>
            <a:lvl4pPr>
              <a:defRPr sz="3225" b="1">
                <a:solidFill>
                  <a:srgbClr val="122E42"/>
                </a:solidFill>
              </a:defRPr>
            </a:lvl4pPr>
            <a:lvl5pPr>
              <a:defRPr sz="3225" b="1">
                <a:solidFill>
                  <a:srgbClr val="122E42"/>
                </a:solidFill>
              </a:defRPr>
            </a:lvl5pPr>
            <a:lvl6pPr>
              <a:defRPr sz="3225" b="1">
                <a:solidFill>
                  <a:srgbClr val="122E42"/>
                </a:solidFill>
              </a:defRPr>
            </a:lvl6pPr>
            <a:lvl7pPr>
              <a:defRPr sz="3225" b="1">
                <a:solidFill>
                  <a:srgbClr val="122E42"/>
                </a:solidFill>
              </a:defRPr>
            </a:lvl7pPr>
            <a:lvl8pPr>
              <a:defRPr sz="3225" b="1">
                <a:solidFill>
                  <a:srgbClr val="122E42"/>
                </a:solidFill>
              </a:defRPr>
            </a:lvl8pPr>
            <a:lvl9pPr>
              <a:defRPr sz="3225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E42"/>
                </a:solidFill>
              </a:defRPr>
            </a:pPr>
            <a:r>
              <a:rPr sz="3225" b="1">
                <a:solidFill>
                  <a:srgbClr val="122E42"/>
                </a:solidFill>
              </a:rPr>
              <a:t>E-poe kasvu põhjused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85F4E-68C6-43BA-A40C-57E91E3B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85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009F95"/>
                </a:solidFill>
              </a:defRPr>
            </a:defPPr>
            <a:lvl1pPr>
              <a:defRPr sz="4125" b="1">
                <a:solidFill>
                  <a:srgbClr val="009F95"/>
                </a:solidFill>
              </a:defRPr>
            </a:lvl1pPr>
            <a:lvl2pPr>
              <a:defRPr sz="4125" b="1">
                <a:solidFill>
                  <a:srgbClr val="009F95"/>
                </a:solidFill>
              </a:defRPr>
            </a:lvl2pPr>
            <a:lvl3pPr>
              <a:defRPr sz="4125" b="1">
                <a:solidFill>
                  <a:srgbClr val="009F95"/>
                </a:solidFill>
              </a:defRPr>
            </a:lvl3pPr>
            <a:lvl4pPr>
              <a:defRPr sz="4125" b="1">
                <a:solidFill>
                  <a:srgbClr val="009F95"/>
                </a:solidFill>
              </a:defRPr>
            </a:lvl4pPr>
            <a:lvl5pPr>
              <a:defRPr sz="4125" b="1">
                <a:solidFill>
                  <a:srgbClr val="009F95"/>
                </a:solidFill>
              </a:defRPr>
            </a:lvl5pPr>
            <a:lvl6pPr>
              <a:defRPr sz="4125" b="1">
                <a:solidFill>
                  <a:srgbClr val="009F95"/>
                </a:solidFill>
              </a:defRPr>
            </a:lvl6pPr>
            <a:lvl7pPr>
              <a:defRPr sz="4125" b="1">
                <a:solidFill>
                  <a:srgbClr val="009F95"/>
                </a:solidFill>
              </a:defRPr>
            </a:lvl7pPr>
            <a:lvl8pPr>
              <a:defRPr sz="4125" b="1">
                <a:solidFill>
                  <a:srgbClr val="009F95"/>
                </a:solidFill>
              </a:defRPr>
            </a:lvl8pPr>
            <a:lvl9pPr>
              <a:defRPr sz="4125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009F95"/>
                </a:solidFill>
              </a:defRPr>
            </a:pPr>
            <a:r>
              <a:rPr sz="4125" b="1">
                <a:solidFill>
                  <a:srgbClr val="009F95"/>
                </a:solidFill>
              </a:rPr>
              <a:t>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1F0FB-6A33-4F77-A515-BF15BE20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7202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22E42"/>
                </a:solidFill>
              </a:defRPr>
            </a:defPPr>
            <a:lvl1pPr>
              <a:defRPr sz="3225" b="1">
                <a:solidFill>
                  <a:srgbClr val="122E42"/>
                </a:solidFill>
              </a:defRPr>
            </a:lvl1pPr>
            <a:lvl2pPr>
              <a:defRPr sz="3225" b="1">
                <a:solidFill>
                  <a:srgbClr val="122E42"/>
                </a:solidFill>
              </a:defRPr>
            </a:lvl2pPr>
            <a:lvl3pPr>
              <a:defRPr sz="3225" b="1">
                <a:solidFill>
                  <a:srgbClr val="122E42"/>
                </a:solidFill>
              </a:defRPr>
            </a:lvl3pPr>
            <a:lvl4pPr>
              <a:defRPr sz="3225" b="1">
                <a:solidFill>
                  <a:srgbClr val="122E42"/>
                </a:solidFill>
              </a:defRPr>
            </a:lvl4pPr>
            <a:lvl5pPr>
              <a:defRPr sz="3225" b="1">
                <a:solidFill>
                  <a:srgbClr val="122E42"/>
                </a:solidFill>
              </a:defRPr>
            </a:lvl5pPr>
            <a:lvl6pPr>
              <a:defRPr sz="3225" b="1">
                <a:solidFill>
                  <a:srgbClr val="122E42"/>
                </a:solidFill>
              </a:defRPr>
            </a:lvl6pPr>
            <a:lvl7pPr>
              <a:defRPr sz="3225" b="1">
                <a:solidFill>
                  <a:srgbClr val="122E42"/>
                </a:solidFill>
              </a:defRPr>
            </a:lvl7pPr>
            <a:lvl8pPr>
              <a:defRPr sz="3225" b="1">
                <a:solidFill>
                  <a:srgbClr val="122E42"/>
                </a:solidFill>
              </a:defRPr>
            </a:lvl8pPr>
            <a:lvl9pPr>
              <a:defRPr sz="3225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2E42"/>
                </a:solidFill>
              </a:defRPr>
            </a:pPr>
            <a:r>
              <a:rPr sz="3225" b="1">
                <a:solidFill>
                  <a:srgbClr val="122E42"/>
                </a:solidFill>
              </a:rPr>
              <a:t>Aruandluse tõhusus</a:t>
            </a:r>
          </a:p>
        </p:txBody>
      </p:sp>
    </p:spTree>
    <p:extLst>
      <p:ext uri="{BB962C8B-B14F-4D97-AF65-F5344CB8AC3E}">
        <p14:creationId xmlns:p14="http://schemas.microsoft.com/office/powerpoint/2010/main" val="589431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8304A2-712F-45C2-AC12-BE29BF1E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2E42"/>
                </a:solidFill>
              </a:defRPr>
            </a:defPPr>
            <a:lvl1pPr>
              <a:defRPr sz="3150" b="1">
                <a:solidFill>
                  <a:srgbClr val="122E42"/>
                </a:solidFill>
              </a:defRPr>
            </a:lvl1pPr>
            <a:lvl2pPr>
              <a:defRPr sz="3150" b="1">
                <a:solidFill>
                  <a:srgbClr val="122E42"/>
                </a:solidFill>
              </a:defRPr>
            </a:lvl2pPr>
            <a:lvl3pPr>
              <a:defRPr sz="3150" b="1">
                <a:solidFill>
                  <a:srgbClr val="122E42"/>
                </a:solidFill>
              </a:defRPr>
            </a:lvl3pPr>
            <a:lvl4pPr>
              <a:defRPr sz="3150" b="1">
                <a:solidFill>
                  <a:srgbClr val="122E42"/>
                </a:solidFill>
              </a:defRPr>
            </a:lvl4pPr>
            <a:lvl5pPr>
              <a:defRPr sz="3150" b="1">
                <a:solidFill>
                  <a:srgbClr val="122E42"/>
                </a:solidFill>
              </a:defRPr>
            </a:lvl5pPr>
            <a:lvl6pPr>
              <a:defRPr sz="3150" b="1">
                <a:solidFill>
                  <a:srgbClr val="122E42"/>
                </a:solidFill>
              </a:defRPr>
            </a:lvl6pPr>
            <a:lvl7pPr>
              <a:defRPr sz="3150" b="1">
                <a:solidFill>
                  <a:srgbClr val="122E42"/>
                </a:solidFill>
              </a:defRPr>
            </a:lvl7pPr>
            <a:lvl8pPr>
              <a:defRPr sz="3150" b="1">
                <a:solidFill>
                  <a:srgbClr val="122E42"/>
                </a:solidFill>
              </a:defRPr>
            </a:lvl8pPr>
            <a:lvl9pPr>
              <a:defRPr sz="3150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2E42"/>
                </a:solidFill>
              </a:defRPr>
            </a:pPr>
            <a:r>
              <a:rPr sz="3150" b="1">
                <a:solidFill>
                  <a:srgbClr val="122E42"/>
                </a:solidFill>
              </a:rPr>
              <a:t>AI kasutamine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91285-F209-4FEE-B262-0761D33B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19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76D7A"/>
                </a:solidFill>
              </a:defRPr>
            </a:defPPr>
            <a:lvl1pPr>
              <a:defRPr sz="1125" b="0">
                <a:solidFill>
                  <a:srgbClr val="576D7A"/>
                </a:solidFill>
              </a:defRPr>
            </a:lvl1pPr>
            <a:lvl2pPr>
              <a:defRPr sz="1125" b="0">
                <a:solidFill>
                  <a:srgbClr val="576D7A"/>
                </a:solidFill>
              </a:defRPr>
            </a:lvl2pPr>
            <a:lvl3pPr>
              <a:defRPr sz="1125" b="0">
                <a:solidFill>
                  <a:srgbClr val="576D7A"/>
                </a:solidFill>
              </a:defRPr>
            </a:lvl3pPr>
            <a:lvl4pPr>
              <a:defRPr sz="1125" b="0">
                <a:solidFill>
                  <a:srgbClr val="576D7A"/>
                </a:solidFill>
              </a:defRPr>
            </a:lvl4pPr>
            <a:lvl5pPr>
              <a:defRPr sz="1125" b="0">
                <a:solidFill>
                  <a:srgbClr val="576D7A"/>
                </a:solidFill>
              </a:defRPr>
            </a:lvl5pPr>
            <a:lvl6pPr>
              <a:defRPr sz="1125" b="0">
                <a:solidFill>
                  <a:srgbClr val="576D7A"/>
                </a:solidFill>
              </a:defRPr>
            </a:lvl6pPr>
            <a:lvl7pPr>
              <a:defRPr sz="1125" b="0">
                <a:solidFill>
                  <a:srgbClr val="576D7A"/>
                </a:solidFill>
              </a:defRPr>
            </a:lvl7pPr>
            <a:lvl8pPr>
              <a:defRPr sz="1125" b="0">
                <a:solidFill>
                  <a:srgbClr val="576D7A"/>
                </a:solidFill>
              </a:defRPr>
            </a:lvl8pPr>
            <a:lvl9pPr>
              <a:defRPr sz="112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76D7A"/>
                </a:solidFill>
              </a:defRPr>
            </a:pPr>
            <a:r>
              <a:rPr sz="1125" b="0">
                <a:solidFill>
                  <a:srgbClr val="576D7A"/>
                </a:solidFill>
              </a:rPr>
              <a:t>06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05168-D094-43C8-BAD2-A70FDDE1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22E42"/>
                </a:solidFill>
              </a:defRPr>
            </a:defPPr>
            <a:lvl1pPr>
              <a:defRPr sz="2175" b="1">
                <a:solidFill>
                  <a:srgbClr val="122E42"/>
                </a:solidFill>
              </a:defRPr>
            </a:lvl1pPr>
            <a:lvl2pPr>
              <a:defRPr sz="2175" b="1">
                <a:solidFill>
                  <a:srgbClr val="122E42"/>
                </a:solidFill>
              </a:defRPr>
            </a:lvl2pPr>
            <a:lvl3pPr>
              <a:defRPr sz="2175" b="1">
                <a:solidFill>
                  <a:srgbClr val="122E42"/>
                </a:solidFill>
              </a:defRPr>
            </a:lvl3pPr>
            <a:lvl4pPr>
              <a:defRPr sz="2175" b="1">
                <a:solidFill>
                  <a:srgbClr val="122E42"/>
                </a:solidFill>
              </a:defRPr>
            </a:lvl4pPr>
            <a:lvl5pPr>
              <a:defRPr sz="2175" b="1">
                <a:solidFill>
                  <a:srgbClr val="122E42"/>
                </a:solidFill>
              </a:defRPr>
            </a:lvl5pPr>
            <a:lvl6pPr>
              <a:defRPr sz="2175" b="1">
                <a:solidFill>
                  <a:srgbClr val="122E42"/>
                </a:solidFill>
              </a:defRPr>
            </a:lvl6pPr>
            <a:lvl7pPr>
              <a:defRPr sz="2175" b="1">
                <a:solidFill>
                  <a:srgbClr val="122E42"/>
                </a:solidFill>
              </a:defRPr>
            </a:lvl7pPr>
            <a:lvl8pPr>
              <a:defRPr sz="2175" b="1">
                <a:solidFill>
                  <a:srgbClr val="122E42"/>
                </a:solidFill>
              </a:defRPr>
            </a:lvl8pPr>
            <a:lvl9pPr>
              <a:defRPr sz="2175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22E42"/>
                </a:solidFill>
              </a:defRPr>
            </a:pPr>
            <a:r>
              <a:rPr sz="2175" b="1">
                <a:solidFill>
                  <a:srgbClr val="122E42"/>
                </a:solidFill>
              </a:rPr>
              <a:t>AI oli töövahend, mitte analüüsi eest vastutaja.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9B4DC-AC79-4B30-A188-26A26CD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9F95"/>
                </a:solidFill>
              </a:defRPr>
            </a:defPPr>
            <a:lvl1pPr>
              <a:defRPr sz="2175" b="1">
                <a:solidFill>
                  <a:srgbClr val="009F95"/>
                </a:solidFill>
              </a:defRPr>
            </a:lvl1pPr>
            <a:lvl2pPr>
              <a:defRPr sz="2175" b="1">
                <a:solidFill>
                  <a:srgbClr val="009F95"/>
                </a:solidFill>
              </a:defRPr>
            </a:lvl2pPr>
            <a:lvl3pPr>
              <a:defRPr sz="2175" b="1">
                <a:solidFill>
                  <a:srgbClr val="009F95"/>
                </a:solidFill>
              </a:defRPr>
            </a:lvl3pPr>
            <a:lvl4pPr>
              <a:defRPr sz="2175" b="1">
                <a:solidFill>
                  <a:srgbClr val="009F95"/>
                </a:solidFill>
              </a:defRPr>
            </a:lvl4pPr>
            <a:lvl5pPr>
              <a:defRPr sz="2175" b="1">
                <a:solidFill>
                  <a:srgbClr val="009F95"/>
                </a:solidFill>
              </a:defRPr>
            </a:lvl5pPr>
            <a:lvl6pPr>
              <a:defRPr sz="2175" b="1">
                <a:solidFill>
                  <a:srgbClr val="009F95"/>
                </a:solidFill>
              </a:defRPr>
            </a:lvl6pPr>
            <a:lvl7pPr>
              <a:defRPr sz="2175" b="1">
                <a:solidFill>
                  <a:srgbClr val="009F95"/>
                </a:solidFill>
              </a:defRPr>
            </a:lvl7pPr>
            <a:lvl8pPr>
              <a:defRPr sz="2175" b="1">
                <a:solidFill>
                  <a:srgbClr val="009F95"/>
                </a:solidFill>
              </a:defRPr>
            </a:lvl8pPr>
            <a:lvl9pPr>
              <a:defRPr sz="2175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9F95"/>
                </a:solidFill>
              </a:defRPr>
            </a:pPr>
            <a:r>
              <a:rPr sz="2175" b="1">
                <a:solidFill>
                  <a:srgbClr val="009F95"/>
                </a:solidFill>
              </a:rPr>
              <a:t>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F6AD8-5B3D-4CCD-AC4E-CE01C311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7177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76D7A"/>
                </a:solidFill>
              </a:defRPr>
            </a:defPPr>
            <a:lvl1pPr>
              <a:defRPr sz="1575" b="0">
                <a:solidFill>
                  <a:srgbClr val="576D7A"/>
                </a:solidFill>
              </a:defRPr>
            </a:lvl1pPr>
            <a:lvl2pPr>
              <a:defRPr sz="1575" b="0">
                <a:solidFill>
                  <a:srgbClr val="576D7A"/>
                </a:solidFill>
              </a:defRPr>
            </a:lvl2pPr>
            <a:lvl3pPr>
              <a:defRPr sz="1575" b="0">
                <a:solidFill>
                  <a:srgbClr val="576D7A"/>
                </a:solidFill>
              </a:defRPr>
            </a:lvl3pPr>
            <a:lvl4pPr>
              <a:defRPr sz="1575" b="0">
                <a:solidFill>
                  <a:srgbClr val="576D7A"/>
                </a:solidFill>
              </a:defRPr>
            </a:lvl4pPr>
            <a:lvl5pPr>
              <a:defRPr sz="1575" b="0">
                <a:solidFill>
                  <a:srgbClr val="576D7A"/>
                </a:solidFill>
              </a:defRPr>
            </a:lvl5pPr>
            <a:lvl6pPr>
              <a:defRPr sz="1575" b="0">
                <a:solidFill>
                  <a:srgbClr val="576D7A"/>
                </a:solidFill>
              </a:defRPr>
            </a:lvl6pPr>
            <a:lvl7pPr>
              <a:defRPr sz="1575" b="0">
                <a:solidFill>
                  <a:srgbClr val="576D7A"/>
                </a:solidFill>
              </a:defRPr>
            </a:lvl7pPr>
            <a:lvl8pPr>
              <a:defRPr sz="1575" b="0">
                <a:solidFill>
                  <a:srgbClr val="576D7A"/>
                </a:solidFill>
              </a:defRPr>
            </a:lvl8pPr>
            <a:lvl9pPr>
              <a:defRPr sz="157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76D7A"/>
                </a:solidFill>
              </a:defRPr>
            </a:pPr>
            <a:r>
              <a:rPr sz="1575" b="0">
                <a:solidFill>
                  <a:srgbClr val="576D7A"/>
                </a:solidFill>
              </a:rPr>
              <a:t>Päringute koostamine ja</a:t>
            </a:r>
          </a:p>
          <a:p xmlns:a="http://schemas.openxmlformats.org/drawingml/2006/main">
            <a:pPr>
              <a:defRPr sz="1575" b="0">
                <a:solidFill>
                  <a:srgbClr val="576D7A"/>
                </a:solidFill>
              </a:defRPr>
            </a:pPr>
            <a:r>
              <a:rPr sz="1575" b="0">
                <a:solidFill>
                  <a:srgbClr val="576D7A"/>
                </a:solidFill>
              </a:rPr>
              <a:t>vigade leidmine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130F1-FEA4-45DC-A2C7-897E9E53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2574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9F95"/>
                </a:solidFill>
              </a:defRPr>
            </a:defPPr>
            <a:lvl1pPr>
              <a:defRPr sz="2175" b="1">
                <a:solidFill>
                  <a:srgbClr val="009F95"/>
                </a:solidFill>
              </a:defRPr>
            </a:lvl1pPr>
            <a:lvl2pPr>
              <a:defRPr sz="2175" b="1">
                <a:solidFill>
                  <a:srgbClr val="009F95"/>
                </a:solidFill>
              </a:defRPr>
            </a:lvl2pPr>
            <a:lvl3pPr>
              <a:defRPr sz="2175" b="1">
                <a:solidFill>
                  <a:srgbClr val="009F95"/>
                </a:solidFill>
              </a:defRPr>
            </a:lvl3pPr>
            <a:lvl4pPr>
              <a:defRPr sz="2175" b="1">
                <a:solidFill>
                  <a:srgbClr val="009F95"/>
                </a:solidFill>
              </a:defRPr>
            </a:lvl4pPr>
            <a:lvl5pPr>
              <a:defRPr sz="2175" b="1">
                <a:solidFill>
                  <a:srgbClr val="009F95"/>
                </a:solidFill>
              </a:defRPr>
            </a:lvl5pPr>
            <a:lvl6pPr>
              <a:defRPr sz="2175" b="1">
                <a:solidFill>
                  <a:srgbClr val="009F95"/>
                </a:solidFill>
              </a:defRPr>
            </a:lvl6pPr>
            <a:lvl7pPr>
              <a:defRPr sz="2175" b="1">
                <a:solidFill>
                  <a:srgbClr val="009F95"/>
                </a:solidFill>
              </a:defRPr>
            </a:lvl7pPr>
            <a:lvl8pPr>
              <a:defRPr sz="2175" b="1">
                <a:solidFill>
                  <a:srgbClr val="009F95"/>
                </a:solidFill>
              </a:defRPr>
            </a:lvl8pPr>
            <a:lvl9pPr>
              <a:defRPr sz="2175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9F95"/>
                </a:solidFill>
              </a:defRPr>
            </a:pPr>
            <a:r>
              <a:rPr sz="2175" b="1">
                <a:solidFill>
                  <a:srgbClr val="009F95"/>
                </a:solidFill>
              </a:rPr>
              <a:t>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32B1B-1650-47C1-875D-BBCDE634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7177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76D7A"/>
                </a:solidFill>
              </a:defRPr>
            </a:defPPr>
            <a:lvl1pPr>
              <a:defRPr sz="1575" b="0">
                <a:solidFill>
                  <a:srgbClr val="576D7A"/>
                </a:solidFill>
              </a:defRPr>
            </a:lvl1pPr>
            <a:lvl2pPr>
              <a:defRPr sz="1575" b="0">
                <a:solidFill>
                  <a:srgbClr val="576D7A"/>
                </a:solidFill>
              </a:defRPr>
            </a:lvl2pPr>
            <a:lvl3pPr>
              <a:defRPr sz="1575" b="0">
                <a:solidFill>
                  <a:srgbClr val="576D7A"/>
                </a:solidFill>
              </a:defRPr>
            </a:lvl3pPr>
            <a:lvl4pPr>
              <a:defRPr sz="1575" b="0">
                <a:solidFill>
                  <a:srgbClr val="576D7A"/>
                </a:solidFill>
              </a:defRPr>
            </a:lvl4pPr>
            <a:lvl5pPr>
              <a:defRPr sz="1575" b="0">
                <a:solidFill>
                  <a:srgbClr val="576D7A"/>
                </a:solidFill>
              </a:defRPr>
            </a:lvl5pPr>
            <a:lvl6pPr>
              <a:defRPr sz="1575" b="0">
                <a:solidFill>
                  <a:srgbClr val="576D7A"/>
                </a:solidFill>
              </a:defRPr>
            </a:lvl6pPr>
            <a:lvl7pPr>
              <a:defRPr sz="1575" b="0">
                <a:solidFill>
                  <a:srgbClr val="576D7A"/>
                </a:solidFill>
              </a:defRPr>
            </a:lvl7pPr>
            <a:lvl8pPr>
              <a:defRPr sz="1575" b="0">
                <a:solidFill>
                  <a:srgbClr val="576D7A"/>
                </a:solidFill>
              </a:defRPr>
            </a:lvl8pPr>
            <a:lvl9pPr>
              <a:defRPr sz="157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76D7A"/>
                </a:solidFill>
              </a:defRPr>
            </a:pPr>
            <a:r>
              <a:rPr sz="1575" b="0">
                <a:solidFill>
                  <a:srgbClr val="576D7A"/>
                </a:solidFill>
              </a:rPr>
              <a:t>Koodi selgitamine ja silumine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71842-F5AC-4CEF-B576-111C8E42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9F95"/>
                </a:solidFill>
              </a:defRPr>
            </a:defPPr>
            <a:lvl1pPr>
              <a:defRPr sz="2175" b="1">
                <a:solidFill>
                  <a:srgbClr val="009F95"/>
                </a:solidFill>
              </a:defRPr>
            </a:lvl1pPr>
            <a:lvl2pPr>
              <a:defRPr sz="2175" b="1">
                <a:solidFill>
                  <a:srgbClr val="009F95"/>
                </a:solidFill>
              </a:defRPr>
            </a:lvl2pPr>
            <a:lvl3pPr>
              <a:defRPr sz="2175" b="1">
                <a:solidFill>
                  <a:srgbClr val="009F95"/>
                </a:solidFill>
              </a:defRPr>
            </a:lvl3pPr>
            <a:lvl4pPr>
              <a:defRPr sz="2175" b="1">
                <a:solidFill>
                  <a:srgbClr val="009F95"/>
                </a:solidFill>
              </a:defRPr>
            </a:lvl4pPr>
            <a:lvl5pPr>
              <a:defRPr sz="2175" b="1">
                <a:solidFill>
                  <a:srgbClr val="009F95"/>
                </a:solidFill>
              </a:defRPr>
            </a:lvl5pPr>
            <a:lvl6pPr>
              <a:defRPr sz="2175" b="1">
                <a:solidFill>
                  <a:srgbClr val="009F95"/>
                </a:solidFill>
              </a:defRPr>
            </a:lvl6pPr>
            <a:lvl7pPr>
              <a:defRPr sz="2175" b="1">
                <a:solidFill>
                  <a:srgbClr val="009F95"/>
                </a:solidFill>
              </a:defRPr>
            </a:lvl7pPr>
            <a:lvl8pPr>
              <a:defRPr sz="2175" b="1">
                <a:solidFill>
                  <a:srgbClr val="009F95"/>
                </a:solidFill>
              </a:defRPr>
            </a:lvl8pPr>
            <a:lvl9pPr>
              <a:defRPr sz="2175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9F95"/>
                </a:solidFill>
              </a:defRPr>
            </a:pPr>
            <a:r>
              <a:rPr sz="2175" b="1">
                <a:solidFill>
                  <a:srgbClr val="009F95"/>
                </a:solidFill>
              </a:rPr>
              <a:t>Analüüs ja esitlus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5365C-BBE1-4E77-B4B8-C7CA1AF8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7177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76D7A"/>
                </a:solidFill>
              </a:defRPr>
            </a:defPPr>
            <a:lvl1pPr>
              <a:defRPr sz="1575" b="0">
                <a:solidFill>
                  <a:srgbClr val="576D7A"/>
                </a:solidFill>
              </a:defRPr>
            </a:lvl1pPr>
            <a:lvl2pPr>
              <a:defRPr sz="1575" b="0">
                <a:solidFill>
                  <a:srgbClr val="576D7A"/>
                </a:solidFill>
              </a:defRPr>
            </a:lvl2pPr>
            <a:lvl3pPr>
              <a:defRPr sz="1575" b="0">
                <a:solidFill>
                  <a:srgbClr val="576D7A"/>
                </a:solidFill>
              </a:defRPr>
            </a:lvl3pPr>
            <a:lvl4pPr>
              <a:defRPr sz="1575" b="0">
                <a:solidFill>
                  <a:srgbClr val="576D7A"/>
                </a:solidFill>
              </a:defRPr>
            </a:lvl4pPr>
            <a:lvl5pPr>
              <a:defRPr sz="1575" b="0">
                <a:solidFill>
                  <a:srgbClr val="576D7A"/>
                </a:solidFill>
              </a:defRPr>
            </a:lvl5pPr>
            <a:lvl6pPr>
              <a:defRPr sz="1575" b="0">
                <a:solidFill>
                  <a:srgbClr val="576D7A"/>
                </a:solidFill>
              </a:defRPr>
            </a:lvl6pPr>
            <a:lvl7pPr>
              <a:defRPr sz="1575" b="0">
                <a:solidFill>
                  <a:srgbClr val="576D7A"/>
                </a:solidFill>
              </a:defRPr>
            </a:lvl7pPr>
            <a:lvl8pPr>
              <a:defRPr sz="1575" b="0">
                <a:solidFill>
                  <a:srgbClr val="576D7A"/>
                </a:solidFill>
              </a:defRPr>
            </a:lvl8pPr>
            <a:lvl9pPr>
              <a:defRPr sz="157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76D7A"/>
                </a:solidFill>
              </a:defRPr>
            </a:pPr>
            <a:r>
              <a:rPr sz="1575" b="0">
                <a:solidFill>
                  <a:srgbClr val="576D7A"/>
                </a:solidFill>
              </a:rPr>
              <a:t>Tulemuste tõlgendamise</a:t>
            </a:r>
          </a:p>
          <a:p xmlns:a="http://schemas.openxmlformats.org/drawingml/2006/main">
            <a:pPr>
              <a:defRPr sz="1575" b="0">
                <a:solidFill>
                  <a:srgbClr val="576D7A"/>
                </a:solidFill>
              </a:defRPr>
            </a:pPr>
            <a:r>
              <a:rPr sz="1575" b="0">
                <a:solidFill>
                  <a:srgbClr val="576D7A"/>
                </a:solidFill>
              </a:rPr>
              <a:t>ning esitluse</a:t>
            </a:r>
          </a:p>
          <a:p xmlns:a="http://schemas.openxmlformats.org/drawingml/2006/main">
            <a:pPr>
              <a:defRPr sz="1575" b="0">
                <a:solidFill>
                  <a:srgbClr val="576D7A"/>
                </a:solidFill>
              </a:defRPr>
            </a:pPr>
            <a:r>
              <a:rPr sz="1575" b="0">
                <a:solidFill>
                  <a:srgbClr val="576D7A"/>
                </a:solidFill>
              </a:rPr>
              <a:t>struktureerimise tugi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B3EB3-B9B7-4777-B7FF-5DE95BAF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22E42"/>
                </a:solidFill>
              </a:defRPr>
            </a:defPPr>
            <a:lvl1pPr>
              <a:defRPr sz="2100" b="1">
                <a:solidFill>
                  <a:srgbClr val="122E42"/>
                </a:solidFill>
              </a:defRPr>
            </a:lvl1pPr>
            <a:lvl2pPr>
              <a:defRPr sz="2100" b="1">
                <a:solidFill>
                  <a:srgbClr val="122E42"/>
                </a:solidFill>
              </a:defRPr>
            </a:lvl2pPr>
            <a:lvl3pPr>
              <a:defRPr sz="2100" b="1">
                <a:solidFill>
                  <a:srgbClr val="122E42"/>
                </a:solidFill>
              </a:defRPr>
            </a:lvl3pPr>
            <a:lvl4pPr>
              <a:defRPr sz="2100" b="1">
                <a:solidFill>
                  <a:srgbClr val="122E42"/>
                </a:solidFill>
              </a:defRPr>
            </a:lvl4pPr>
            <a:lvl5pPr>
              <a:defRPr sz="2100" b="1">
                <a:solidFill>
                  <a:srgbClr val="122E42"/>
                </a:solidFill>
              </a:defRPr>
            </a:lvl5pPr>
            <a:lvl6pPr>
              <a:defRPr sz="2100" b="1">
                <a:solidFill>
                  <a:srgbClr val="122E42"/>
                </a:solidFill>
              </a:defRPr>
            </a:lvl6pPr>
            <a:lvl7pPr>
              <a:defRPr sz="2100" b="1">
                <a:solidFill>
                  <a:srgbClr val="122E42"/>
                </a:solidFill>
              </a:defRPr>
            </a:lvl7pPr>
            <a:lvl8pPr>
              <a:defRPr sz="2100" b="1">
                <a:solidFill>
                  <a:srgbClr val="122E42"/>
                </a:solidFill>
              </a:defRPr>
            </a:lvl8pPr>
            <a:lvl9pPr>
              <a:defRPr sz="2100" b="1">
                <a:solidFill>
                  <a:srgbClr val="122E42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22E42"/>
                </a:solidFill>
              </a:defRPr>
            </a:pPr>
            <a:r>
              <a:rPr sz="2100" b="1">
                <a:solidFill>
                  <a:srgbClr val="122E42"/>
                </a:solidFill>
              </a:rPr>
              <a:t>Oluline põhimõte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15E84-4534-4C3F-8C3D-B2448B4D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76D7A"/>
                </a:solidFill>
              </a:defRPr>
            </a:defPPr>
            <a:lvl1pPr>
              <a:defRPr sz="1875" b="0">
                <a:solidFill>
                  <a:srgbClr val="576D7A"/>
                </a:solidFill>
              </a:defRPr>
            </a:lvl1pPr>
            <a:lvl2pPr>
              <a:defRPr sz="1875" b="0">
                <a:solidFill>
                  <a:srgbClr val="576D7A"/>
                </a:solidFill>
              </a:defRPr>
            </a:lvl2pPr>
            <a:lvl3pPr>
              <a:defRPr sz="1875" b="0">
                <a:solidFill>
                  <a:srgbClr val="576D7A"/>
                </a:solidFill>
              </a:defRPr>
            </a:lvl3pPr>
            <a:lvl4pPr>
              <a:defRPr sz="1875" b="0">
                <a:solidFill>
                  <a:srgbClr val="576D7A"/>
                </a:solidFill>
              </a:defRPr>
            </a:lvl4pPr>
            <a:lvl5pPr>
              <a:defRPr sz="1875" b="0">
                <a:solidFill>
                  <a:srgbClr val="576D7A"/>
                </a:solidFill>
              </a:defRPr>
            </a:lvl5pPr>
            <a:lvl6pPr>
              <a:defRPr sz="1875" b="0">
                <a:solidFill>
                  <a:srgbClr val="576D7A"/>
                </a:solidFill>
              </a:defRPr>
            </a:lvl6pPr>
            <a:lvl7pPr>
              <a:defRPr sz="1875" b="0">
                <a:solidFill>
                  <a:srgbClr val="576D7A"/>
                </a:solidFill>
              </a:defRPr>
            </a:lvl7pPr>
            <a:lvl8pPr>
              <a:defRPr sz="1875" b="0">
                <a:solidFill>
                  <a:srgbClr val="576D7A"/>
                </a:solidFill>
              </a:defRPr>
            </a:lvl8pPr>
            <a:lvl9pPr>
              <a:defRPr sz="1875" b="0">
                <a:solidFill>
                  <a:srgbClr val="576D7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76D7A"/>
                </a:solidFill>
              </a:defRPr>
            </a:pPr>
            <a:r>
              <a:rPr sz="1875" b="0">
                <a:solidFill>
                  <a:srgbClr val="576D7A"/>
                </a:solidFill>
              </a:rPr>
              <a:t>AI aitas kiiremini võimalikke lahendusi leida ja keerulisemat koodi mõista.</a:t>
            </a:r>
          </a:p>
          <a:p xmlns:a="http://schemas.openxmlformats.org/drawingml/2006/main">
            <a:pPr>
              <a:defRPr sz="1875" b="0">
                <a:solidFill>
                  <a:srgbClr val="576D7A"/>
                </a:solidFill>
              </a:defRPr>
            </a:pPr>
            <a:r>
              <a:rPr sz="1875" b="0">
                <a:solidFill>
                  <a:srgbClr val="576D7A"/>
                </a:solidFill>
              </a:rPr>
              <a:t>Kontrollisime siiski ise, kas kood töötab, arvutused vastavad andmetele</a:t>
            </a:r>
          </a:p>
          <a:p xmlns:a="http://schemas.openxmlformats.org/drawingml/2006/main">
            <a:pPr>
              <a:defRPr sz="1875" b="0">
                <a:solidFill>
                  <a:srgbClr val="576D7A"/>
                </a:solidFill>
              </a:defRPr>
            </a:pPr>
            <a:r>
              <a:rPr sz="1875" b="0">
                <a:solidFill>
                  <a:srgbClr val="576D7A"/>
                </a:solidFill>
              </a:rPr>
              <a:t>ja järeldused on põhjendatud.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113DF-E3E9-4A58-AC71-9CB6C8C6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9F95"/>
                </a:solidFill>
              </a:defRPr>
            </a:defPPr>
            <a:lvl1pPr>
              <a:defRPr sz="1800" b="1">
                <a:solidFill>
                  <a:srgbClr val="009F95"/>
                </a:solidFill>
              </a:defRPr>
            </a:lvl1pPr>
            <a:lvl2pPr>
              <a:defRPr sz="1800" b="1">
                <a:solidFill>
                  <a:srgbClr val="009F95"/>
                </a:solidFill>
              </a:defRPr>
            </a:lvl2pPr>
            <a:lvl3pPr>
              <a:defRPr sz="1800" b="1">
                <a:solidFill>
                  <a:srgbClr val="009F95"/>
                </a:solidFill>
              </a:defRPr>
            </a:lvl3pPr>
            <a:lvl4pPr>
              <a:defRPr sz="1800" b="1">
                <a:solidFill>
                  <a:srgbClr val="009F95"/>
                </a:solidFill>
              </a:defRPr>
            </a:lvl4pPr>
            <a:lvl5pPr>
              <a:defRPr sz="1800" b="1">
                <a:solidFill>
                  <a:srgbClr val="009F95"/>
                </a:solidFill>
              </a:defRPr>
            </a:lvl5pPr>
            <a:lvl6pPr>
              <a:defRPr sz="1800" b="1">
                <a:solidFill>
                  <a:srgbClr val="009F95"/>
                </a:solidFill>
              </a:defRPr>
            </a:lvl6pPr>
            <a:lvl7pPr>
              <a:defRPr sz="1800" b="1">
                <a:solidFill>
                  <a:srgbClr val="009F95"/>
                </a:solidFill>
              </a:defRPr>
            </a:lvl7pPr>
            <a:lvl8pPr>
              <a:defRPr sz="1800" b="1">
                <a:solidFill>
                  <a:srgbClr val="009F95"/>
                </a:solidFill>
              </a:defRPr>
            </a:lvl8pPr>
            <a:lvl9pPr>
              <a:defRPr sz="1800" b="1">
                <a:solidFill>
                  <a:srgbClr val="009F9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9F95"/>
                </a:solidFill>
              </a:defRPr>
            </a:pPr>
            <a:r>
              <a:rPr sz="1800" b="1">
                <a:solidFill>
                  <a:srgbClr val="009F95"/>
                </a:solidFill>
              </a:rPr>
              <a:t>Lõplik vastutus andmete, tulemuste ja järelduste eest jäi meeskonnale.</a:t>
            </a:r>
          </a:p>
        </p:txBody>
      </p:sp>
    </p:spTree>
    <p:extLst>
      <p:ext uri="{BB962C8B-B14F-4D97-AF65-F5344CB8AC3E}">
        <p14:creationId xmlns:p14="http://schemas.microsoft.com/office/powerpoint/2010/main" val="1460806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2026-10-22T16:46:23.9780000Z</dcterms:created>
  <dcterms:modified xsi:type="dcterms:W3CDTF">2026-10-22T16:46:23.9790000Z</dcterms:modified>
</coreProperties>
</file>